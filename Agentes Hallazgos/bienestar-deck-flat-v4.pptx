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LA TERAPIA ES LA ACTIVIDAD DE AUTOCUIDADO MENOS ELEGIDA. EL DOMINICANO NO IGNORA SU SALUD MENTAL —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LA TERCERIZA A LA FE, LA MASCOTA, EL EJERCICIO Y LA FAMILIA.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5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declara "voy a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terapia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" como actividad principal de autocuidado. La opción menos votada de toda la batería P27.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elige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meditación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como autocuidado. Terapia + meditación: 12%. El 88% restante canaliza su bienestar por vías no clínicas.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2025 · P27 · Base 500.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09550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66700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«Yo no iba a hacer lo que fue medicarme, pasar por psiquiatría. (...) Después de que pasó todo lo que pasó con la otra pareja que yo tuve, tuve que ir a la psiquiatría, tuve que medicarme, pero al final valió la pena, rindió sus frutos.»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Homoparental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85% DEL DOMINICANO CONSIDERA A LA MASCOTA PARTE DE LA FAMILIA.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EN LOS HOMBRES, EL PERRO CUMPLE LA FUNCIÓN EMOCIONAL QUE LA CULTURA NO LES PERMITE BUSCAR EN OTRA PARTE.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29225" y="4762500"/>
            <a:ext cx="782955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85%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9225" y="6858000"/>
            <a:ext cx="78295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considera a las mascotas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parte de la familia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. En hogares sin hijos con mascota sube a 94.6%.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2025 · P10 · Base 500.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09550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66700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«Estadísticamente hablando, el perro suele ser un apoyo muy emocional para el hombre, en muchas ocasiones hasta más que la mujer, y no es por un tema de que no sentamos ese amor, sino porque tenemos un aspecto cultural y hasta biológico (...) de que no nos desahogamos como las mujeres lo hacen (...) nosotros simplemente necesitamos compañía, tacto y simplemente presencia.»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64% RECURRE SIEMPRE A LA RELIGIÓN EN MOMENTOS DE DIFICULTAD.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LA FE ES EL PRIMER CANAL DE SALUD MENTAL: GRATIS, DISPONIBLE LAS 24 HORAS, SIN ESTIGMA NI COPAGO.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5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64%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marca "5 = Siempre" recurrir a la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religión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o espiritualidad en momentos de dificultad. Respuesta dominante en todas las tipologías.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1:6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menciones clínicas por cada 6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religiosas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en 11 FGs (216 menciones fe vs 37 de terapia / psicólogo / psiquiatría).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P29 · Base 500.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09550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66700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«En mi caso nosotros con la biblia (...) si eso me ayudó bastante, bastante, la cercanía con Dios, a nuestra salud mental, de ambos.»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Sin Hijos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70.8% DE LAS MUJERES Y 72.7% DEL ESTRATO D RECURREN SIEMPRE A LA FE.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LA INTENSIDAD RELIGIOSA SUBE DONDE MÁS APRIETA: SI ERES MUJER Y EL BOLSILLO ESTÁ FLACO, REZAS MÁS.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5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71%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 las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mujeres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marca "Siempre" recurrir a la religión en momentos difíciles, vs 53.3% de los hombres. Brecha de género: 17.5 puntos.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73%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del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estrato D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marca "Siempre" recurrir a la fe, vs 52.8% del estrato C+ y 61.5% del estrato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2025 · P29 × D2, P29 × D6 · Base 500.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42.6% DEL DOMINICANO NO HACE NINGUNA ACTIVIDAD PARA CUIDAR SU SALUD, NI FÍSICA NI MENTAL.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LA INACCIÓN ES LA RESPUESTA MÁS COMÚN DE TODA LA BATERÍA DE AUTOCUIDADO.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5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43%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declara "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no realizo ninguna actividad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" para cuidar su salud mental y física. TOP-1 de la batería P27, por encima de ejercicio (34.8%), oración (27.6%).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46%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 hogares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sin hijos con mascota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lidera la inacción. La inacción lidera en 5 de 7 tipologías: biparental (44.2%), extendido (42.9%), monoparental (41.8%).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P27 · Base 500.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09550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66700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«Bueno yo para lo físico yo no estoy haciendo nada. Yo no hago ejercicio, yo me como todo lo que yo quiera y a la hora que yo quiera. Bueno, para la salud mental a veces uno tiene que hacerse loco en ciertas cosas.»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Biparental con Hijos Adultos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34.8% DEL DOMINICANO SE EJERCITA CON REGULARIDAD — EL ÚNICO AUTOCUIDADO DONDE EL HOMBRE LIDERA.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PARA ÉL, ENTRENAR NO ES FÍSICO: ES LA VÁLVULA EMOCIONAL QUE LA CULTURA SÍ LE PERMITE.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5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declara "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me ejercito con regularidad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" como autocuidado — segundo lugar de la batería P27, detrás de "ninguna actividad" (42.6%).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43%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masculino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tiene el ejercicio como TOP-1. En el femenino el TOP-1 es "ninguna actividad" (48.5%). El único canal donde el hombre supera a la mujer.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P27, P27 × D2 · Base 500.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09550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66700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«Yo soy una persona súper activa, súper activa (...) La salud mental mía es deporte. Yo me irrito cuando yo duro tres días que no puedo hacer ejercicio (...) Yo entro a la cancha y yo me olvido de todo lo que yo tengo.»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Biparental con Hijos Pequeños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47.8% NOMBRA LA ECONOMÍA COMO SU MAYOR FUENTE DE ESTRÉS FAMILIAR.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SUMANDO LOS DOS ÍTEMS ECONÓMICOS DE LA BATERÍA, EL ESTRESOR NÚMERO UNO DEL HOGAR DOMINICANO ALCANZA AL 76% DE LOS HOGARES.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8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0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05000" y="4762500"/>
            <a:ext cx="5334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48%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6858000"/>
            <a:ext cx="5334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declara "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Economía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" como el factor que más estrés genera en su vida familiar. TOP-1 nacional de la batería P26.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4762500"/>
            <a:ext cx="5334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6858000"/>
            <a:ext cx="5334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marca también "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Realidad económica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" en la misma batería. Los dos ítems económicos combinados: 76% del total.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4762500"/>
            <a:ext cx="5334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858000"/>
            <a:ext cx="5334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del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estrato D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declara la economía como estresor principal, vs el promedio nacional de 47.8%.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P26 · Base 500.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09550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66700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«Tuve un tiempo como mamá soltera y mi hermana es mamá soltera de tres niños, y es bien difícil levantarte, llevar al niño a la escuela, el dinero, cuando el papá no está económicamente ni emocionalmente.»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Biparental con Hijos Pequeños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42.2% DICE QUE LA PRESIÓN SOBRE LOS PADRES ES DEMASIADA.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EL AGOTAMIENTO NO APARECE DE GOLPE — EN LA FRANJA 35–44 YA LO DECLARA COMO ESTRESOR EL 22.3%, EL TRIPLE QUE A LOS 18–24.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8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0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05000" y="4762500"/>
            <a:ext cx="5334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6858000"/>
            <a:ext cx="5334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declara "5 — Muy de acuerdo" con "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hay demasiada presión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para que los papás lo tengan todo." Ítem con mayor consenso de la batería P8 sobre crianza.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4762500"/>
            <a:ext cx="5334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22%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6858000"/>
            <a:ext cx="5334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35–44 años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declara la crianza como factor de estrés, vs 15.5% del subset 25–34. Pico en la franja media adulta.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4762500"/>
            <a:ext cx="5334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858000"/>
            <a:ext cx="5334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18–24 años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declara la crianza como estresor. La presión parental se construye con los años.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P8, P26 × D5 · Base 500.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09550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66700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«Es un mito que una mujer va a estar (...) toda ella relajada, limpiando una casa, con el marido sentado allá cargando el niño y qué feliz de la vida. Eso es un mito. De toda mujer que tiene hijos siempre agotada, cansada, batida.»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24.4% DE LOS HOGARES ES MONOPARENTAL. EN MÁS DE LA MITAD, LA MADRE ES LA ÚNICA RESPONSABLE DE LA CRIANZA.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EL MERCADO DISEÑA PARA DOS. EL HOGAR DOMINICANO NO SIEMPRE LLEGA DE A DOS.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5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24%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del dominicano declara que su hogar es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monoparental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. Segunda tipología más común después del biparental con hijos menores de 18 (38.0%).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47625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57%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6858000"/>
            <a:ext cx="8382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del subset monoparental cita a la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madre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como única responsable de la crianza, vs 41.8% del promedio nacional. Crianza monoparental de facto materna.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P1, P2 × D1 · Base 500.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09550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66700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«Soy madre soltera, sola, con una situación actualmente de mi madre que falleció y que vive conmigo y mi hermanito en condición especial, entonces es difícil, es difícil todo en general, quién lo cuide, porque yo trabajo todo el tiempo.»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EL SISTEMA PÚBLICO DE SALUD FALLA ANTES DE LA CONSULTA.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LA PREGUNTA DOMINICANA NO ES QUÉ LE PASA AL MÉDICO — ES SI EL SEGURO APRUEBA, SI HAY CAMA, SI ALGUIEN DENTRO TE PUEDE AYUDAR.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3619500"/>
            <a:ext cx="15592425" cy="2762250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4191000"/>
            <a:ext cx="14068425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50" i="0" b="0" kern="0" spc="0">
                <a:solidFill>
                  <a:srgbClr val="FFFFFF"/>
                </a:solidFill>
                <a:latin typeface="Instrument Serif"/>
              </a:rPr>
              <a:t>«Vaya con un dolor, aunque sea un dolor de una hebra de cabello, y que te digan "hasta que el seguro no te apruebe, no." O tú ir a comprar un medicamento y que te digan: "ah no, tu límite del medicamento ya se agotó." Exactamente. Tú vas a una clínica y lo primero que te preguntan es qué seguro tú tienes.»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Homoparental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43025" y="6667500"/>
            <a:ext cx="15592425" cy="2762250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5025" y="7239000"/>
            <a:ext cx="14068425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50" i="0" b="0" kern="0" spc="0">
                <a:solidFill>
                  <a:srgbClr val="FFFFFF"/>
                </a:solidFill>
                <a:latin typeface="Instrument Serif"/>
              </a:rPr>
              <a:t>«Si tú no tienes alguien que te puede ayudar en el sistema, tú estás muerto.»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cualitativo 2025 · P28 · Base cualitativa: 11 grupos de enfoque.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73.8% PIDE PENSIONES PARA QUE LOS MAYORES VIVAN CON DIGNIDAD. SOLO 12.8% ES CUIDADOR DIRECTO.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LOS DOMINICANOS SABEN LO QUE HACE FALTA — SOLO QUE NO ESTÁN EN POSICIÓN DE DARLO.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8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0475" y="4572000"/>
            <a:ext cx="19050" cy="26479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05000" y="4762500"/>
            <a:ext cx="5334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74%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6858000"/>
            <a:ext cx="5334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marca "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Pensiones o apoyos económicos suficientes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" como lo que más falta para que la tercera edad viva con dignidad. TOP-1 absoluto de P79.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4762500"/>
            <a:ext cx="5334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24%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6858000"/>
            <a:ext cx="5334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menciona "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Apoyo y capacitación para cuidadores familiares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" en la misma batería. El cuidador familiar pide ayuda — el mercado no la ofrece como categoría.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4762500"/>
            <a:ext cx="5334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858000"/>
            <a:ext cx="5334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declara ser el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cuidador principal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de un adulto mayor. 72.8% declara que no vive con ninguna persona mayor en su hogar.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P78, P79 · Base 500.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09550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66700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«La frustración en cuanto a salud y bienestar para mí es el tema del presupuesto que requiere. (...) Porque tengo un choque entre lo que yo digo que tengo que aceptar y las costumbres pasadas. Mi mamá era de la mujer que me enseñó a mí a que si algo no es necesario, no gastes dinero en eso, economiza.»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"YO NO ME VOY A SEPARAR, YO VOY A AGUANTAR — PORQUE MI MAMÁ ME DECÍA QUE HAY QUE AGUANTAR."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EL AGUANTE DOMINICANO NO ES UNA DECISIÓN. ES UNA INSTRUCCIÓN QUE LLEGA DE LA GENERACIÓN ANTERIOR.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409575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466725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«Yo me crié con esos dos conceptos en mi mente y yo siempre me enfocaba. Tanto así que yo decía: "No, yo no me voy a separar, yo voy a aguantar", porque mi mamá me decía que hay que aguantar.»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cualitativo 2025 · Base cualitativa: 11 grupos de enfoque.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150" b="0" i="0" kern="0" spc="0">
                <a:solidFill>
                  <a:srgbClr val="FFFFFF"/>
                </a:solidFill>
                <a:latin typeface="Instrument Serif"/>
              </a:rPr>
              <a:t>48.5% DE LAS MUJERES NO HACE NINGUNA ACTIVIDAD PARA CUIDARSE, VS 33.3% DE LOS HOMBRES. </a:t>
            </a:r>
            <a:r>
              <a:rPr sz="3150" b="0" i="1" kern="0" spc="0">
                <a:solidFill>
                  <a:srgbClr val="FFFFFF"/>
                </a:solidFill>
                <a:latin typeface="Instrument Serif"/>
              </a:rPr>
              <a:t>BRECHA DE GÉNERO EN AUTOCUIDADO: 15.2 PUNTOS. LA MUJER SE CUIDA MENOS — Y LO SABE.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29225" y="4762500"/>
            <a:ext cx="782955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0" b="0" i="1" kern="0" spc="0">
                <a:solidFill>
                  <a:srgbClr val="FFFFFF"/>
                </a:solidFill>
                <a:latin typeface="Instrument Serif"/>
              </a:rPr>
              <a:t>48.5%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9225" y="6858000"/>
            <a:ext cx="78295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650" b="1" i="0" kern="0" spc="0">
                <a:solidFill>
                  <a:srgbClr val="FFFFFF"/>
                </a:solidFill>
                <a:latin typeface="Poppins"/>
              </a:rPr>
              <a:t>femenino</a:t>
            </a:r>
            <a:r>
              <a:rPr sz="1650" b="0" i="0" kern="0" spc="0">
                <a:solidFill>
                  <a:srgbClr val="FFFFFF"/>
                </a:solidFill>
                <a:latin typeface="Poppins"/>
              </a:rPr>
              <a:t> declara "no realizo ninguna actividad para cuidar mi salud" como TOP-1 de P27, vs 33.3% del subset masculino. Brecha de género en inacción: 15.2 puntos.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42975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P27 × D2 · Base 500.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095500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667000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750" i="0" b="0" kern="0" spc="0">
                <a:solidFill>
                  <a:srgbClr val="FFFFFF"/>
                </a:solidFill>
                <a:latin typeface="Instrument Serif"/>
              </a:rPr>
              <a:t>«Cuando uno es madre, a veces se olvida, a veces no... casi siempre se olvida de uno mismo. (...) Y cuando tú vienes a mirar para atrás, entonces tú dices: "¿y yo?" Porque crecen y se van.»</a:t>
            </a:r>
          </a:p>
          <a:p>
            <a:pPr algn="ctr">
              <a:spcBef>
                <a:spcPts val="1000"/>
              </a:spcBef>
            </a:pPr>
            <a:r>
              <a:rPr sz="165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