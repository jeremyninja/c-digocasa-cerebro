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casa propia sigue siendo el </a:t>
            </a:r>
            <a:pPr algn="ctr" indent="0" marL="0">
              <a:buNone/>
            </a:pPr>
            <a:r>
              <a:rPr lang="en-US" sz="55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destino.</a:t>
            </a:r>
            <a:pPr algn="ctr" indent="0" marL="0">
              <a:buNone/>
            </a:pPr>
            <a:r>
              <a:rPr lang="en-US" sz="55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Lo que no se ve es el </a:t>
            </a:r>
            <a:pPr algn="ctr" indent="0" marL="0">
              <a:buNone/>
            </a:pPr>
            <a:r>
              <a:rPr lang="en-US" sz="55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camino.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sueño no muere — se aplaza, de quincena en quincena.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DICEN QUE LA PAZ VALE MÁS QUE EL DINERO, PERO ADMITEN QUE </a:t>
            </a:r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SIN DINERO NO HAY PAZ.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48%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nombra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economía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como factor #1 de estrés, superando inseguridad, crianza y tiempo personal.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46%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señala como ideal de vivienda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"tener una casa propia, no alquilada"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62%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se siente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"nada preparado"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para la estabilidad financiera a largo plazo.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tranquilidad financiera emerge como el verdadero sueño dominicano, desplazando aspiraciones materiales.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P26, P54, P73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“MI SUEÑO ES TENER SIEMPRE TRANQUILIDAD A NIVEL FINANCIERO.”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—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Biparentales con hijos adultos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EL ESTRATO MÁS BAJO SUFRE VIOLENCIA ECONÓMICA AL </a:t>
            </a:r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DOBLE DEL PROMEDIO.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44%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(&lt;RD$10K)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sufre violencia económica en su entorno familiar.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20%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es el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promedio nacional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 violencia económica en familias dominicanas.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2.3x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más violencia vive el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estrato E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que el promedio. La pobreza agrava el abuso.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Donde no hay casa propia ni ingreso estable, el dinero se convierte en mecanismo de control. La pobreza agrava el abuso.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P77 · Cruce por NSE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114800" cy="310896"/>
          </a:xfrm>
          <a:prstGeom prst="roundRect">
            <a:avLst>
              <a:gd name="adj" fmla="val 50000"/>
            </a:avLst>
          </a:prstGeom>
          <a:ln w="9525">
            <a:solidFill>
              <a:srgbClr val="4D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41148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VOLUMEN · FINANZAS + VIVIENDA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El sueño de la casa 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muere.</a:t>
            </a:r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Se aplaza, de quincena en quincena.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La vivienda concentró apenas el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3.4%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 toda la conversación financiera digital. El deseo sigue ahí — la certeza de poder lograrlo, no.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921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MENCIONES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8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6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7.4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956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310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55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68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IMPOSIBILIDAD IMPLÍCITA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@EnocStubbs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37160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“Comprar a plazos una casa es una estafa. Los bancos son una estafa. Una hipoteca de 30 y 50 años es solo un pagaré que le dejarás a tus hijos.”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65176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@Pashhy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“En los tiempos de nuestros abuelos, los hombres debían tener solvencia para casarse: una casa, tierras, garantía de que a la mujer no le faltaría nada.”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438912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@U28760Nu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“Mis abuelos podían vivir del salario de uno solo. Hoy, dos personas trabajando tiempo completo no pueden comprar una casa, ni mucho menos.”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Ninja Social Listening Impact® — Data 01 sept – 31 dic 2025.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45720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MAPEO DE OPORTUNIDADES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VERDAD INCÓMODA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9658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44917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4917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DETONADOR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sueño de la casa propia no es una aspiración: es una aspiración cultural arraigada.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46778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9658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Convertirse en el mapa, no en la meta.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62037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44917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2077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fuera la primera en hablar del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camino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hacia la casa, no solo de la casa?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sueño de la casa compite con el arroz y los huevos.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46778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658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6818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que entiende que la casa propia empieza por sobrevivir el mes.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2037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44917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2077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hablara de casa propia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ignorar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que primero hay que llegar a fin de mes?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sistema hipotecario está diseñado para quien ya sabe cómo funciona.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46778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658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6818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Quien enseña el camino, vende el destino.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2037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4917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2077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fuera la razón por la que el dominicano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finalmente creyó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que la casa propia era posible para él?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320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320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KIT DE RESPUESTA DE MARCA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hallazgo a una narrativa.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62895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8442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personas no saben cumplir sus sueños con la realidad que manejan.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CLAVE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Convertirse en el creador de mapas hacia lo que para el cliente es un tesoro.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29658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258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4058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POSTURA · 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8258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banco de las realidades, no solo de los sueños.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917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59317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VERBO TRANSFORMACIÓN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73517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1036289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B8FF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72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MARCA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572000"/>
            <a:ext cx="8442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[Tu marca]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quiere hacer realidad tus metas,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pero sabe que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es difícil cumplir un sueño cuando la realidad no ayuda,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se convierte en el creador de mapas para alcanzar lo que para ti es un tesoro.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A1A2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Fairy 3.0 — Global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AGREGAR IMAGEN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HABLAR DEL 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CAMINO,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NO DEL DESTINO LEJANO.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0" y="347472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 Fairy 3.0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es un sistema con IA para eventos que automatiza tareas (Fai), integra banca multidivisa (TF Vault) y financiamiento (TF Capital). Da a organizadores independientes herramientas de nivel corporativo. La lógica: dar el camino, no solo la meta.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242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Equipar el día a día, no vender el sueño lejano.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bancarización es como el voto: un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deber</a:t>
            </a:r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que me venden como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beneficio.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Estar bancarizado no es lo mismo que sentirse incluido.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GUARDAR CHELITOS EN CASA CONVIVE CON LA APP DEL BANCO. LA CONFIANZA FINANCIERA DOMINICANA ES 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HÍBRIDA POR NECESIDAD.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51%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ahorra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el banco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pero 14% aún guarda efectivo en casa. 19.2% confía en cooperativas.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63%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posee una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de ahorro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como producto financiero principal.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16%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declara que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está ahorrando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actualmente; 2% no tiene lugar fijo para su dinero.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bancarización formal no eliminó la cultura del ahorro informal.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P40, P41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“ÉL TIENE CINCO ALCANCÍAS… LO LLEVAMOS AL BANCO, ÉL TIENE SU CUENTA DE AHORRO DE ÉL.”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—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Biparentales con hijos pequeños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BANCARIZACIÓN NO ELIMINA LA </a:t>
            </a:r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CULTURA DEL COLCHÓN.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44%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(&lt;RD$10K)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no está ahorrando. Más de 4 de cada 10 hogares.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62%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C+ (RD$67-82K)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ahorra en el banco. La inclusión escala con el ingreso.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14%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guarda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efectivo en casa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del total. Cifra que se repite entre 14-19% en todos los NSE.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banco domina en C+ pero el efectivo en casa persiste como red de seguridad en todos los niveles.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P41 · Cruce por NSE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114800" cy="310896"/>
          </a:xfrm>
          <a:prstGeom prst="roundRect">
            <a:avLst>
              <a:gd name="adj" fmla="val 50000"/>
            </a:avLst>
          </a:prstGeom>
          <a:ln w="9525">
            <a:solidFill>
              <a:srgbClr val="4D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41148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VOLUMEN · BANCARIZACIÓN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El dominicano sabe que el sistema existe. 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sabe si trabaja para él.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de cada 10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comentarios sobre el sistema financiero lo hace con claridad sobre cómo beneficiarse. La conversación no debate si bancarizarse: debate si vale la pena, si es seguro, si la cooperativa es legal.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1.25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MENCIONES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8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6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123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956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310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90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68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CLARIDAD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@IngridPujols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37160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“De la cooperativa, ¿cómo uno se da cuenta si es legal?”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65176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@AideMontoya16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“Por lo que veo está vaina sí dio resultado — la educación financiera lo es todo y Asociación Cibao lo sabe.”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438912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@Todo_tronky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“Artículo sin desperdicio que nos llama a reflexionar: "Tenemos inclusión digital sin educación financiera."”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Ninja Social Listening Impact® — Data 01 sept – 31 dic 2025.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45720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MAPEO DE OPORTUNIDADES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VERDAD INCÓMODA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9658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44917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4917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DETONADOR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dominicano tiene desconfianza acumulada en los bancos.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46778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9658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 la marca que llega con resultados tangibles antes de pedir que el consumidor crea en ella.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62037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44917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2077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prometiera menos y entregara más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— y lo hiciera primero?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Estar bancarizado no es lo mismo que sentirse incluido.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46778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658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6818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Redefinir la bancarización como experiencia, no como producto.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2037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44917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2077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midiera su éxito en lo que el cliente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sintió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no en cuántas cuentas abrió?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relación con el sistema financiero formal se parece más a una obligación que a una elección.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46778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658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6818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la permanencia en una decisión activa. La marca que hace que el dominicano elija quedarse.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2037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4917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2077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fuera la primera institución de la que el dominicano hablara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bien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sin que nadie le pregunte?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320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320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KIT DE RESPUESTA DE MARCA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hallazgo a una narrativa.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62895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8442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familias desconfían del sistema dominicano, sobre todo porque no lo entienden.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CLAVE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Replantear la entrada al sistema financiero hablando "en dominicano".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29658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258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4058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POSTURA · 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8258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que acompaña a las familias en su bancarización.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917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59317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VERBO TRANSFORMACIÓN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73517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Replantear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1036289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B8FF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72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MARCA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572000"/>
            <a:ext cx="8442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[Tu marca]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quiere acompañarte hacia la bancarización,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pero sabe que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ha sido difícil confiar en el sistema bancario formal,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replantea tu entrada al sistema financiero, hablando "en dominicano".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A1A2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Ghana — Ghana 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AGREGAR IMAGEN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¿Y SI LA INCLUSIÓN 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EMPIEZA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CON LO QUE YA TIENES?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0" y="347472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Ghana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transformó su documento nacional de identidad en un método de pago. Los ciudadanos pueden hacer pagos en línea, en tiendas e incluso usar cajeros automáticos directamente con la cédula. La barrera de entrada al sistema financiero pasó de ser un trámite a ser cero.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242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Eliminar la fricción del primer paso, no celebrar la cuenta abierta.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tecnología y el dinero: un </a:t>
            </a:r>
            <a:pPr algn="ctr" indent="0" marL="0">
              <a:buNone/>
            </a:pPr>
            <a:r>
              <a:rPr lang="en-US" sz="5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alivio</a:t>
            </a:r>
            <a:pPr algn="ctr"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para ahorrar, una </a:t>
            </a:r>
            <a:pPr algn="ctr" indent="0" marL="0">
              <a:buNone/>
            </a:pPr>
            <a:r>
              <a:rPr lang="en-US" sz="5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trampa</a:t>
            </a:r>
            <a:pPr algn="ctr" indent="0" marL="0">
              <a:buNone/>
            </a:pPr>
            <a:r>
              <a:rPr lang="en-US" sz="5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para gastar.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digital se ve menos real que el efectivo.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COMIDA FUERA DE CASA ES </a:t>
            </a:r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ÚLTIMO PLACER</a:t>
            </a:r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QUE SE NEGOCIA.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50%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coloca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comidas fuera de casa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como el gasto discrecional #1 en su hogar.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17%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pone el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streaming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en el segundo lugar; salidas sociales tercero (12%). Viajes recién en sexta posición.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4.4%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está dispuesto a reducir ningún gasto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en crisis; el 95.6% sí reduciría algo.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una cultura donde socializar es comer juntos, recortar ese gasto se siente como recortar la vida social misma.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P43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“DESTINAR UN PRESUPUESTO A SALIDAS Y CUANDO YA ESE PRESUPUESTO SE TOPA, YA NO SALIMOS.”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—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hijos con mascota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COMER AFUERA UNIFICA GENERACIONES. </a:t>
            </a:r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STREAMING LAS SEPARA.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62%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55+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pone comer afuera como gasto discrecional #1. Es el extremo de la cultura.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24%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25-34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pone streaming primero. Triplica a los 55+.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8.4%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55+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pone streaming primero. La brecha generacional es real.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Comer afuera domina en todas las edades pero 55+ lo lleva al extremo. El gasto generacional ya se dividió.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P43 · Cruce por rango de edad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114800" cy="310896"/>
          </a:xfrm>
          <a:prstGeom prst="roundRect">
            <a:avLst>
              <a:gd name="adj" fmla="val 50000"/>
            </a:avLst>
          </a:prstGeom>
          <a:ln w="9525">
            <a:solidFill>
              <a:srgbClr val="4D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41148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VOLUMEN · TECNOLOGÍA FINANCIERA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tecnología se integra al gasto. 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al control.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La tecnología financiera concentra apenas el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0.7%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del dataset. Cuando aparece, dos patrones dominan: la tarjeta como trampa y el fraude digital como miedo cotidiano.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211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MENCIONES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8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6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17.9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956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310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0.7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68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DATASET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@Eldemocratard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 / TWITTER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37160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“Las amas de casa del sector Villa Consuelo: "Todo sube y el presupuesto del hogar no da."”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65176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@MP2025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“Yo no tengo deudas y no veo el dinero en verdad.”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438912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@JAZZX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“Yo me pregunto cómo una persona que gane 30 mil o menos y tenga que valerse por sí mismo sobrevive — no hay forma.”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Ninja Social Listening Impact® — Data 01 sept – 31 dic 2025.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45720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MAPEO DE OPORTUNIDADES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VERDAD INCÓMODA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9658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44917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4917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DETONADOR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tecnología financiera no es neutral: está diseñada para que gastes más de lo que planeas.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46778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9658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Posicionarse del lado del bolsillo blindado que nadie ha reclamado.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62037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44917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2077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fuera la única notificación financiera que el dominicano recibe con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alivio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en lugar de ansiedad?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problema de la indisciplina financiera se resuelve con diseño. Pero las marcas no se atreven.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46778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658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6818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Diseñar contra la fricción del gasto impulsivo. Igualar la experiencia del ahorro con la del consumo.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2037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44917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2077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ahorrar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se sintiera tan bien como comprar — y tu marca fuera la responsable?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familias un día se organizan, y al otro se endeudan.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46778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658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6818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Crear herramientas que funcionen para el peor día, no solo para el mejor.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2037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4917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2077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diseñara para el dominicano que quiere ahorrar a las 8am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para el que quiere gastar todo a las 11pm?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320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320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KIT DE RESPUESTA DE MARCA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hallazgo a una narrativa.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62895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8442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tecnología facilita y sabotea: el pensamiento sigue siendo análogo y lo digital parece irreal.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CLAVE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Traducir la digitalización para que la entiendas en tu vida real.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29658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258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4058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POSTURA · 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8258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que lidera la transformación digital financiera.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917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59317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VERBO TRANSFORMACIÓN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73517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Traducir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1036289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B8FF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72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MARCA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572000"/>
            <a:ext cx="8442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[Tu marca]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quiere liderar tu transformación financiera,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pero sabe que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la tecnología te facilita y sabotea al mismo tiempo,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traduce la digitalización para que la entiendas en tu vida real.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A1A2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Chikwama Pay — África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AGREGAR IMAGEN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LLEGAR DONDE EL CLIENTE YA ESTÁ. 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PEDIRLE QUE VENGA.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0" y="347472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Chikwama Pay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integra sus servicios financieros directamente en WhatsApp. No hay app que descargar ni geografía que limite: usa los códigos que el usuario ya domina. Pagar, transferir, ahorrar, todo en la conversación que ya está abierta.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242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Hablar el idioma del consumidor en su canal. No al revés.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dualidad del alquiler: mi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única opción</a:t>
            </a:r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es el problema que más me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incomoda tener.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derrota temporal que se volvió permanente.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 DE CADA 10 MESAS</a:t>
            </a:r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SIENTEN EL GOLPE DE LA CANASTA. EL PRECIO MANDA EN EL PLATO.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74%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identifica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altos costos de alimentos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y productos básicos como el factor económico #1 que más les afecta.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54%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dice que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precio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es el factor principal al comprar alimentos, por encima de calidad (45.8%) y salud (34.4%).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69%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cita el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aumento general del costo de vida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como golpe a su estabilidad.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la canasta básica consume el ingreso, el alquiler comprime lo que queda.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P22, P37, P69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“EL DINERO ESTÁ DURO PARA CONSEGUIR. Y CUANDO TÚ TE PONES A SACAR LOS CÁLCULOS, TÚ DICES: VEN ACÁ, PERO YO GASTÉ MIL PESOS.”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—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hijos con mascota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EL ALQUILER COMPRIME A </a:t>
            </a:r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AMBOS EXTREMOS POR RAZONES OPUESTAS.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76%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C+ (RD$67-82K)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cita el costo de vida como golpe #1 a su estabilidad.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44%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(&lt;RD$10K)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cita el costo de vida. Mucho menor que C+ (76%).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53%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del estrato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cita pérdida de empleo. Al pobre lo destruye el desempleo.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costo de vida golpea más al que más gana. Al pobre lo destruye el desempleo. El alquiler comprime a ambos extremos.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P37 · Cruce por NSE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114800" cy="310896"/>
          </a:xfrm>
          <a:prstGeom prst="roundRect">
            <a:avLst>
              <a:gd name="adj" fmla="val 50000"/>
            </a:avLst>
          </a:prstGeom>
          <a:ln w="9525">
            <a:solidFill>
              <a:srgbClr val="4D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41148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VOLUMEN · ALQUILERES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No se mencionan soluciones. 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 constata el problema.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 la conversación sobre finanzas toca el alquiler. La tensión central: es la única opción accesible y, al mismo tiempo, la más resentida. Cuando se intenta salir, las tasas no permiten.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785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MENCIONES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8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6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98.2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956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310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68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CONVERSACIÓN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@Oscarbeato4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37160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“El que gana 50 mil y paga 15 de casa es un loco.”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65176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@Wakinglikethis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“El Banreservas acabando con mi bolsillo con un 13.75 fija a 5 años. — "Yo la tengo con el Popular al 9% fija por 7 años."”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438912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@EliasRaul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“Papá Dios ayúdame para comprar una casa. ¿Ustedes se ven 30 años pagando 40 mil pesos todos los meses? Yo sinceramente creo que no.”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Ninja Social Listening Impact® — Data 01 sept – 31 dic 2025.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45720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MAPEO DE OPORTUNIDADES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VERDAD INCÓMODA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9658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44917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4917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DETONADOR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alquiler en RD se siente como una derrota temporal que se volvió permanente.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46778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9658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Hablar de "estoy en camino hacia lo mío": transformar la narrativa más incómoda del mercado inmobiliario.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62037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44917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2077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convirtiera el alquiler en el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primer paso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hacia la casa propia, no en el eterno paso previo que nunca avanza?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Tener vivienda propia es dignidad básica para la familia dominicana.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46778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658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6818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Transparentar la dignidad en el camino, no solo en el destino.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2037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44917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2077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fuera la primera en hacer que el dominicano se sintiera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dentro de una casa que todavía no es suya?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alquilado siente que no tiene nada.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46778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658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6818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la contradicción en parte del sueño.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2037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4917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2077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cada peso que el dominicano paga de alquiler fuera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también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un peso que lo acerca a su casa propia?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320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320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KIT DE RESPUESTA DE MARCA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hallazgo a una narrativa.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62895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8442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alquiler como trampa percibida, sin alternativa real ni narrativa positiva.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CLAVE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Transformar el camino en algo que se disfruta mientras se construye lo que se quiere.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29658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258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4058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POSTURA · 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8258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que acompaña tu camino financiero con dignidad.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917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59317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VERBO TRANSFORMACIÓN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73517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Transformar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1036289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B8FF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72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MARCA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572000"/>
            <a:ext cx="8442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[Tu marca]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quiere dignificar tu camino financiero,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pero sabe que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alquilar se siente como una pérdida aunque sea tu alternativa actual,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transforma tu camino en eso que disfrutas mientras consigues lo que quieres.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A1A2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Scotiabank — Canadá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AGREGAR IMAGEN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CONVERTIR EL DOLOR EN 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UNA VENTAJA.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0" y="347472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Scotiabank y Casa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permiten pagar alquiler con tarjeta sin comisiones. Los usuarios ScotiaGold Visa acumulan puntos Scene+ por su renta. La modernización moderniza pagos y genera beneficios para inquilinos y propietarios — el alquiler deja de ser solo un gasto perdido.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242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pago de alquiler debería sumar, no solo restar.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103628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No es que no quiera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planificarme.</a:t>
            </a:r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 Es que en lo que abro el Excel, el dinero </a:t>
            </a:r>
            <a:pPr algn="ctr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ya se fue.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52120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dinero dominicano no espera al plan.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LAS PAREJAS ESTABLES FINANCIERAMENTE COMPARTEN UNA RECETA: 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CUENTAS CLARAS, GASTOS ASIGNADOS Y CERO MISTERIO.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14%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no posee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ningún producto financiero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ni cuenta, ni tarjeta, ni seguro.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19%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tiene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seguros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 vida, salud o vehículo.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6.6%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ahorra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solo cuando sobra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; 4% recurre frecuentemente al crédito para cubrir gastos básicos.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transparencia financiera es el nuevo acto de amor en la familia dominicana.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P38, P40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CONSUMER VOICE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72865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“HEMOS CREADO UN EXCEL CON MUCHAS FÓRMULAS CON TAL DE LLEVAR EL CONTROL. LOS INGRESOS SE JUNTAN EN UNA CUENTA.”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—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Homoparental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62895" cy="173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LA VEJEZ QUEDA </a:t>
            </a:r>
            <a:pPr algn="ctr" indent="0" marL="0">
              <a:buNone/>
            </a:pPr>
            <a:r>
              <a:rPr lang="en-US" sz="4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DESBANCARIZADA. LA GENERACIÓN QUE CRÍA SE ENDEUDA.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55+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no tiene ningún producto financiero. 4x más que 35-44.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68698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68698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6.2%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643018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35-44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no tiene productos. La generación intermedia está bancarizada.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22997" y="2834640"/>
            <a:ext cx="0" cy="128016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22997" y="2651760"/>
            <a:ext cx="345429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26%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8097317" y="4297680"/>
            <a:ext cx="29056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 los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35-44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tiene préstamo personal. La generación que cría se endeuda.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préstamo personal pica en 35-44. La vejez queda desbancarizada.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Código Casa — Estudio cuantitativo 2025 · P40 · Cruce por rango de edad · Base 500.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114800" cy="310896"/>
          </a:xfrm>
          <a:prstGeom prst="roundRect">
            <a:avLst>
              <a:gd name="adj" fmla="val 50000"/>
            </a:avLst>
          </a:prstGeom>
          <a:ln w="9525">
            <a:solidFill>
              <a:srgbClr val="4D4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41148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VOLUMEN · HERRAMIENTAS FINANCIERAS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Los bancos preguntan por metas en 2026. </a:t>
            </a:r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gente piensa en cómo resolver enero.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Solo el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0.46%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del dataset habla de planificar el dinero con intención (Excel, apps, metas). El interés existe — pero compite con la urgencia de resolver el mes.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147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MENCIONES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498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6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8.6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956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31080" y="4754880"/>
            <a:ext cx="0" cy="777240"/>
          </a:xfrm>
          <a:prstGeom prst="line">
            <a:avLst/>
          </a:prstGeom>
          <a:noFill/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4663440"/>
            <a:ext cx="188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0.46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76800" y="5440680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DATASET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0" y="91440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@Stephanie_b_23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43800" y="105156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43800" y="137160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“¿Dónde lo puedo hacer? ¿Qué banco me recomiendas?”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265176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@Haphiii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“Para qué yo quiero un millón a los 65, yo lo quiero ahora.”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4389120"/>
            <a:ext cx="3962095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@DafnneRymer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504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TIKTOK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4846320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“Me encanta que nos den la información, pero me gustaría que pudieran hacer tutoriales del proceso para lograrlo.”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Ninja Social Listening Impact® — Data 01 sept – 31 dic 2025.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45720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457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MAPEO DE OPORTUNIDADES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VERDAD INCÓMODA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29658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29658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44917" y="2011680"/>
            <a:ext cx="3332378" cy="365760"/>
          </a:xfrm>
          <a:prstGeom prst="roundRect">
            <a:avLst>
              <a:gd name="adj" fmla="val 1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4917" y="2011680"/>
            <a:ext cx="3332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DETONADOR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dinero dominicano no espera a que el plan esté listo. Se va.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46778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29658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6818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Diseñar para la velocidad real del dinero dominicano.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62037" y="251460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44917" y="251460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82077" y="256032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planificara el dinero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del dominicano antes de que él tuviera oportunidad de gastarlo sin querer?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Excel es el símbolo de una promesa de orden que siempre llega tarde.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46778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9658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6818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soluciones que operen dentro del desorden cotidiano, no que exijan salir de él primero.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62037" y="374904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44917" y="374904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2077" y="37947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tu marca funcionara igual de bien en el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mejor mes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que en el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peor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es pereza, es fricción. Cada paso entre intención y acción es una oportunidad para que el dinero desaparezca.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46778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29658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66818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que convierte la planificación financiera en algo que ocurre en segundos.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62037" y="4983480"/>
            <a:ext cx="182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4917" y="4983480"/>
            <a:ext cx="3332378" cy="109728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2077" y="502920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¿Qué pasaría si planificarte fuera </a:t>
            </a:r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rápido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que abrir Instagram — y tu marca fuera la responsable?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320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B8FF4D"/>
          </a:solidFill>
          <a:ln w="12700">
            <a:solidFill>
              <a:srgbClr val="B8FF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1448" y="320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Tensión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KIT DE RESPUESTA DE MARCA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08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un hallazgo a una narrativa.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10362895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965960"/>
            <a:ext cx="8442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excusas para gastar son más rápidas que la planificación.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2606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CLAVE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Simplificar la forma de planificar para que no quepan las excusas.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29658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8258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4058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POSTURA · ROL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58258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marca de la planificación financiera real.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44917" y="2926080"/>
            <a:ext cx="3332378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3517" y="3035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59317" y="310896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VERBO TRANSFORMACIÓN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73517" y="352044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Simplificar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2519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10362895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B8FF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572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NARRATIVA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MARCA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06040" y="4572000"/>
            <a:ext cx="8442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[Tu marca]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quiere que puedas tener planificación financiera,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pero sabe que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las excusas para gastar son más rápidas que la planificación,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eso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simplifica tu forma de planificar para que no quepan las excusas.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4572000" cy="5029200"/>
          </a:xfrm>
          <a:prstGeom prst="roundRect">
            <a:avLst>
              <a:gd name="adj" fmla="val 2400"/>
            </a:avLst>
          </a:prstGeom>
          <a:solidFill>
            <a:srgbClr val="1A1A2E"/>
          </a:solidFill>
          <a:ln w="6350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5577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One Bank — Estados Unidos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D4D4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AGREGAR IMAGEN 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46304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 xml:space="preserve">VISUALIZAR LA REALIDAD </a:t>
            </a:r>
            <a:pPr algn="l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CAMBIA LA PERSPECTIVA.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035040" y="347472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Credit One Bank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 usa a la artista Jennifer Hudson para lanzar </a:t>
            </a:r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Cards on the Table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un juego educativo sobre crédito que enseña hábitos financieros clave. Por cada descarga, dona a Junior Achievement, impulsando educación financiera juvenil. La planificación se vuelve juego, no tarea.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5394960"/>
            <a:ext cx="52422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 el plan se siente como juego, el dinero deja de huir.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Ninja Thinking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Código Casa — Familia y Finanzas</dc:title>
  <dc:subject>PptxGenJS Presentation</dc:subject>
  <dc:creator>Ninja Thinking</dc:creator>
  <cp:lastModifiedBy>Ninja Thinking</cp:lastModifiedBy>
  <cp:revision>1</cp:revision>
  <dcterms:created xsi:type="dcterms:W3CDTF">2026-04-28T01:20:53Z</dcterms:created>
  <dcterms:modified xsi:type="dcterms:W3CDTF">2026-04-28T01:20:53Z</dcterms:modified>
</cp:coreProperties>
</file>