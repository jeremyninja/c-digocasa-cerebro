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5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6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11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12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5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image" Target="../media/image18.png"/><Relationship Id="rId7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23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24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7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30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3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8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39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41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42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www.apa.org/news/press/releases/2025/06/screen-time-problems-children" TargetMode="External"/><Relationship Id="rId6" Type="http://schemas.openxmlformats.org/officeDocument/2006/relationships/image" Target="../media/image45.png"/><Relationship Id="rId7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1" name="Picture 30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5" name="Picture 34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2-tiktok-tag-nomadadigit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1" name="Picture 30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5" name="Picture 34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403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57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26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80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317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0703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5021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2387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5867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1" name="Picture 30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5" name="Picture 34" descr="macro-1-3-mercadolibre-rd-celular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83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37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4-tiktok-tag-aprendi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1" name="Picture 30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5" name="Picture 34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5-tiktok-tag-mobilegam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651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1" name="Picture 30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5" name="Picture 34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1" name="Picture 30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5" name="Picture 34" descr="macro-2-1-tiktok-tag-qik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1" name="Picture 30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5" name="Picture 34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1" name="Picture 30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5" name="Picture 34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1" name="Picture 30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5" name="Picture 34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1" name="Picture 30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5" name="Picture 34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1" name="Picture 30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5" name="Picture 34" descr="macro-3-1-tiktok-tag-tiktokmehizocompr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5626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994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2484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1" name="Picture 30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5" name="Picture 34" descr="macro-3-2-tiktok-tag-characterai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1" name="Picture 30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6068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5" name="Picture 34" descr="macro-3-3-tiktok-tag-recetatikto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1" name="Picture 30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5" name="Picture 34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867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610600" y="24765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7200" y="10668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8034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1" name="Picture 30" descr="macro-3-5-apa-screentime-children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610600" y="44323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7200" y="30226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7200" y="37592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5" name="Picture 34" descr="macro-3-5-datareportal-rd-redes-diario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8610600" y="6388100"/>
            <a:ext cx="584200" cy="190500"/>
          </a:xfrm>
          <a:prstGeom prst="round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CLICK ME 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7200" y="4978400"/>
            <a:ext cx="2057400" cy="609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7200" y="57150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