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1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2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7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40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41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www.apa.org/news/press/releases/2025/06/screen-time-problems-children" TargetMode="External"/><Relationship Id="rId6" Type="http://schemas.openxmlformats.org/officeDocument/2006/relationships/image" Target="../media/image44.png"/><Relationship Id="rId7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38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927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38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92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073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3274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546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48006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3-mercadolibre-rd-celular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003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2578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57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116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96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219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57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116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96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219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tiktok-tag-qik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38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92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49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03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22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769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57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11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30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848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49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03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22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769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38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92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1-5-tiktok-tag-mobilegam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41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495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15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69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tiktok-tag-characterai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3655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195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38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927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3-tiktok-tag-recetatik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57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116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95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499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49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03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22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769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apa-screentime-childre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3-5-datareportal-rd-redes-diari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