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tag/skillsnotdegrees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blog.theinterviewguys.com/the-state-of-skills-based-hiring/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accelerec.com/the-4-year-degree-is-dead-why-skills-based-hiring-is-taking-over-in-2025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coursera.org/skills-reports/glob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weforum.org/stories/2025/01/future-of-jobs-report-2025-jobs-of-the-future-and-the-skills-you-need-to-get-them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cbsnews.com/miami/news/microschools-families-flexible-alternative/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education.jhu.edu/edpolicy/policy-research-initiatives/homeschool-hub/homeschool-growth-2024-2025/" TargetMode="External"/><Relationship Id="rId6" Type="http://schemas.openxmlformats.org/officeDocument/2006/relationships/image" Target="../media/image8.png"/><Relationship Id="rId7" Type="http://schemas.openxmlformats.org/officeDocument/2006/relationships/hyperlink" Target="https://www.theschoolhouse.org/post/rising-microschools-educat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www.tiktok.com/tag/gapyear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www.computerworld.com/article/1614212/it-jobs-where-a-degree-is-no-longer-required.html" TargetMode="External"/><Relationship Id="rId6" Type="http://schemas.openxmlformats.org/officeDocument/2006/relationships/image" Target="../media/image11.png"/><Relationship Id="rId7" Type="http://schemas.openxmlformats.org/officeDocument/2006/relationships/hyperlink" Target="https://www.cnbc.com/2024/04/09/google-apple-and-other-companies-that-no-longer-require-a-college-degree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www.worldbank.org/en/topic/education/publication/state-of-global-learning-poverty" TargetMode="External"/><Relationship Id="rId4" Type="http://schemas.openxmlformats.org/officeDocument/2006/relationships/image" Target="../media/image13.png"/><Relationship Id="rId5" Type="http://schemas.openxmlformats.org/officeDocument/2006/relationships/hyperlink" Target="https://unausa.org/gga-blog-post-1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tiktok.com/tag/studytok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globalsociety.earth/post/khan-academy-rolls-out-ai-powered-teaching-tools-as-school-districts-scale-up-adoption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khanmigo.a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duolingo.com/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www.strivecloud.io/blog/gamification-examples-boost-user-retention-duolingo" TargetMode="External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nerdynav.com/chatgpt-cheating-statistics/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hepi.ac.uk/2025/02/26/student-generative-ai-survey-2025/" TargetMode="External"/><Relationship Id="rId6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row.google/certificates/" TargetMode="External"/><Relationship Id="rId4" Type="http://schemas.openxmlformats.org/officeDocument/2006/relationships/image" Target="../media/image24.png"/><Relationship Id="rId5" Type="http://schemas.openxmlformats.org/officeDocument/2006/relationships/hyperlink" Target="https://fortune.com/2025/12/28/2026-microcredential-hiring-trend-coursera-greg-hart/" TargetMode="External"/><Relationship Id="rId6" Type="http://schemas.openxmlformats.org/officeDocument/2006/relationships/image" Target="../media/image25.png"/><Relationship Id="rId7" Type="http://schemas.openxmlformats.org/officeDocument/2006/relationships/hyperlink" Target="https://www.edsurge.com/news/2024-11-22-how-digital-credentials-can-elevate-existing-program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tiktok.com/tag/aiforteachers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elnacional.com.do/mas-del-90-de-docentes-dominicanos-no-usa-ia/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scielo.do/scielo.php?script=sci_arttext&amp;pid=S2636-21632025003900007&amp;lang=p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tiktok.com/tag/studytok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youtube.com/results?search_query=study+with+me+2025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southeastarrow.com/lifestyle/the-rise-of-studytok-is-it-motivational-or-a-distraction-9240f29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informationmatters.org/2026/03/tiktok-it-dont-google-it-gen-z-gen-alpha-and-the-rise-of-social-video-as-an-everyday-search-tool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uqualio.com/post/why-generation-z-turns-to-youtube-and-tiktok-for-learning-the-power-of-video-in-educati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correctionstocollegeca.org/tiktok-and-the-future-of-learning-microlearning-engagement-and-the-2026-classroom-revolution/" TargetMode="External"/><Relationship Id="rId4" Type="http://schemas.openxmlformats.org/officeDocument/2006/relationships/image" Target="../media/image34.png"/><Relationship Id="rId5" Type="http://schemas.openxmlformats.org/officeDocument/2006/relationships/hyperlink" Target="https://www.nyssba.org/news/2025/08/08/on-board-online-august-11-2025/bringing-microlearning-to-k-12-schools-offers-many-opportunities-challenges/" TargetMode="External"/><Relationship Id="rId6" Type="http://schemas.openxmlformats.org/officeDocument/2006/relationships/image" Target="../media/image35.png"/><Relationship Id="rId7" Type="http://schemas.openxmlformats.org/officeDocument/2006/relationships/hyperlink" Target="https://www.linkedin.com/learning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www.tiktok.com/tag/careertok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www.youtube.com/results?search_query=day+in+my+life+career+tiktok+2025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www.contentgrip.com/tiktok-trends-gen-z-marketing-guide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www.tiktok.com/discover/best-learning-app-for-kids-2025" TargetMode="External"/><Relationship Id="rId4" Type="http://schemas.openxmlformats.org/officeDocument/2006/relationships/image" Target="../media/image40.png"/><Relationship Id="rId5" Type="http://schemas.openxmlformats.org/officeDocument/2006/relationships/hyperlink" Target="https://www.youtube.com/results?search_query=ms+rachel+toddler+learning+2025" TargetMode="External"/><Relationship Id="rId6" Type="http://schemas.openxmlformats.org/officeDocument/2006/relationships/image" Target="../media/image41.png"/><Relationship Id="rId7" Type="http://schemas.openxmlformats.org/officeDocument/2006/relationships/hyperlink" Target="https://www.tiktok.com/safety/en/guardians-guide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DIPLOMA DEJÓ DE SER EL TICKET: 53% DE EMPLEADORES YA CONTRATA POR SKILLS DEMOSTRADOS, Y LA GENERACIÓN QUE ENTRA AL MERCADO LO SABE ANTES DE MATRICULARSE.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320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 décadas el título universitario fue la prueba de que servías para el trabajo. Eso se aflojó. En 2025, 53% de empleadores dejó de pedir título y empezó a contratar por habilidad demostrada — subió desde 30% el año anterior. Pero el discurso va más rápido que la práctica: 85% dice contratar por skills, y en los números reales apenas 1 de cada 700 contrataciones ocurre sin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4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944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#skillsnotdegrees · #collegedropout · #selftaught · #careerchange · #notitulonecesario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empleadores eliminó el requisito de título en 2025 (subió desde 30% el año anterior).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TESTGORILLA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Dice contratar por skills, pero solo 1 de cada 700 contrataciones reales es sin título. La paradoja del trend.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HARVARD / BURNING GLASS · THE INTERVIEW GUYS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#skills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#skillsoverdegrees y testimonios de college dropout acumulan decenas de millones de 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27" name="Picture 26" descr="macro-1-1-tiktok-skillsnotdegree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del hashtag #skillsnotdegrees en TikTok — skills vs título, la paradoja en el feed.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1-1-interviewguys-skills-hiring-2025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State of Skills-Based Hiring 2025: la paradoja 85% dice skills vs 1/700 contrataciones reales.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INTERVIEW GUYS · 2025</a:t>
            </a:r>
          </a:p>
        </p:txBody>
      </p:sp>
      <p:pic>
        <p:nvPicPr>
          <p:cNvPr id="35" name="Picture 34" descr="macro-1-0-accelerec-skills-hir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'The 4-Year Degree Is Dead' — skills-based hiring como el nuevo default en contratación.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ACCELEREC ·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YA NADIE 'TERMINÓ DE ESTUDIAR': EL ADULTO LATAM SE RE-SKILLEA CADA 2-3 AÑOS PORQUE 39% DE LAS HABILIDADES LABORALES CAMBIA PARA 2030.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te graduabas y cerrabas el capítulo de estudiar. Ese capítulo no cierra ya. 70% de profesionales dice que el upskilling es clave para su seguridad laboral, y 72% de los managers ya está haciendo upskilling. El driver: 39% de las habilidades del trabajo van a cambiar para 2030. Quedarte quieto es quedarte atrás.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#lifelonglearning · #reskilling · #upskilling · #aprenderparasiempre · #careergrowth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Dice que el upskilling es clave para su seguridad laboral; 72% de managers ya hace upskilling.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EDX SPRING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129%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Crecimiento interanual de inscripciones LATAM en ciberseguridad en Coursera.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COURSERA GLOBAL SKILLS REPORT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las habilidades laborales cambiarán para 2030 — el 'Great Skills Reset' del WEF.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WEF FUTURE OF JOBS · 2025</a:t>
            </a:r>
          </a:p>
        </p:txBody>
      </p:sp>
      <p:pic>
        <p:nvPicPr>
          <p:cNvPr id="27" name="Picture 26" descr="macro-1-2-coursera-global-skills-repor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Coursera Global Skills Report — upskilling LATAM en números, ciberseguridad +129% interanual.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COURSERA · 2025</a:t>
            </a:r>
          </a:p>
        </p:txBody>
      </p:sp>
      <p:pic>
        <p:nvPicPr>
          <p:cNvPr id="31" name="Picture 30" descr="macro-1-2-wef-future-of-job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WEF Future of Jobs 2025: 39% de skills cambian para 2030 — el 'Great Skills Reset'.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WEF FUTURE OF JOBS · 2025</a:t>
            </a:r>
          </a:p>
        </p:txBody>
      </p:sp>
      <p:pic>
        <p:nvPicPr>
          <p:cNvPr id="35" name="Picture 34" descr="macro-1-2-coursera-global-skills-repor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Coursera como producto del lifelong learning — el reporte de skills como espejo del mercado.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COURSERA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FAMILIAS GLOBALES SACAN A SUS HIJOS DEL COLEGIO POR ELECCIÓN, NO POR CRISIS: EL AULA DE 30 COMPITE CON MICROSCHOOLS DE 5-15 Y CURRÍCULOS A LA MEDIDA.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homeschool dejó de ser cosa de nicho. Creció 4.9% en 2024-25, casi 3x la tasa pre-pandemia. En paralelo aparecen las microschools — hubs de 5 a 15 alumnos donde la familia diseña el currículo. Entre 1 y 2 millones asisten full-time. La motivación: control. La familia quiere armar la educación, no delegarla.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#homeschool · #microschool · #unschooling · #homeschoollife · #educacionalternativa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Crecimiento del homeschool en 2024-25, casi 3x la tasa pre-pandemia; 36% de estados con máximos históricos.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JHU INSTITUTE FOR EDUCATION POLICY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1-2M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Estudiantes en EEUU ya asisten a microschools full-time, promedio 22 alumnos por hub.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RAND / NATIONAL MICROSCHOOLING CENTER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Alumnos promedio por microschool — grupos pequeños donde la familia diseña el currículo.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CBS MIAMI · 2025</a:t>
            </a:r>
          </a:p>
        </p:txBody>
      </p:sp>
      <p:pic>
        <p:nvPicPr>
          <p:cNvPr id="27" name="Picture 26" descr="macro-1-3-cbsmiami-microschool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CBS Miami: hub de aprendizaje alternativo en Florida — 'Microschools on the rise'.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CBS MIAMI · 2025</a:t>
            </a:r>
          </a:p>
        </p:txBody>
      </p:sp>
      <p:pic>
        <p:nvPicPr>
          <p:cNvPr id="31" name="Picture 30" descr="macro-1-3-jhu-homeschool-grow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JHU Institute for Education Policy — crecimiento 4.9% con mapa de estados en máximos históricos.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JHU INSTITUTE FOR EDUCATION POLICY · 2025</a:t>
            </a:r>
          </a:p>
        </p:txBody>
      </p:sp>
      <p:pic>
        <p:nvPicPr>
          <p:cNvPr id="35" name="Picture 34" descr="macro-1-3-theschoolhouse-microschool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'Why Microschools Are Rising' — el grupo pequeño como modelo pedagógico de la familia activa.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SCHOOL HOUSE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'SIGUIENTE PASO OBVIO' TRAS EL BACHILLERATO DEJÓ DE SER OBVIO: GAP YEAR, BOOTCAMP Y EMPRENDIMIENTO ADOLESCENTE SUSTITUYEN EL INGRESO INMEDIATO A LA UNIVERSIDAD.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Solo 18% de Gen Z ve escalar la escalera corporativa como algo inteligente. Y Big Tech lo validó: Google, IBM y Tesla quitaron el título para muchos roles. El recién graduado se da un año, hace un bootcamp, o monta un ingreso con skills digitales antes de comprometerse. No es vagancia. Es calcular el costo antes de firmar.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867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1214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#gapyear · #alternativestocollege · #teenentrepreneur · #nocollege · #emprendimientojoven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global ve subir la escalera corporativa como algo inteligente — el camino lineal perdió prestigio.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FIVERR · OCT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#gapyear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#gapyear y los formatos 'alternatives to college' crecen como género propio de contenido.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Big Tech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Google, IBM y Tesla eliminaron el título para muchos roles — Computerworld y CNBC lo documentan.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COMPUTERWORLD / CNBC · 2025</a:t>
            </a:r>
          </a:p>
        </p:txBody>
      </p:sp>
      <p:pic>
        <p:nvPicPr>
          <p:cNvPr id="27" name="Picture 26" descr="macro-1-4-tiktok-gapyea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#gapyear en TikTok — jóvenes mostrando el path alternativo post-bachillerato.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1-4-computerworld-bigtech-skil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Computerworld: IT jobs where a degree is no longer required — Big Tech quita el título.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COMPUTERWORLD · 2025</a:t>
            </a:r>
          </a:p>
        </p:txBody>
      </p:sp>
      <p:pic>
        <p:nvPicPr>
          <p:cNvPr id="35" name="Picture 34" descr="macro-1-4-cnbc-bigtech-skill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Google, Apple y otras empresas que ya no requieren título universitario.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FAMILIA COMPENSA LO QUE LA ESCUELA DEJÓ DE GARANTIZAR: 70% DE NIÑOS EN PAÍSES DE INGRESO MEDIO-BAJO NO LEE BIEN A LOS 10, Y EL MERCADO DE TUTORÍA AI YA VALE US$3.55B.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pandemia dejó un hueco que el sistema formal no recuperó. La pobreza de aprendizaje subió a ~70% en países de ingreso medio-bajo; LATAM perdió 225 días de clase. NAEP reportó mínimos históricos. La familia pagó el refuerzo por fuera. El mercado de tutoría AI llegó a US$3.55B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#learningloss · #tutoring · #refuerzoescolar · #educationcrisis · #apoyoescolar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Pobreza de aprendizaje post-pandemia; LATAM perdió en promedio 225 días de clase presencial.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BANCO MUNDIAL / UNESCO ·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NAEP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Mínimos históricos en lectura y matemática (serie de evaluación desde 1992) reportados por NAEP.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NAEP / UNA-USA ·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US$3.55B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de tutoría AI en 2025 — la casa suple lo que el aula dejó de asegurar.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MORDOR INTELLIGENCE · 2025</a:t>
            </a:r>
          </a:p>
        </p:txBody>
      </p:sp>
      <p:pic>
        <p:nvPicPr>
          <p:cNvPr id="27" name="Picture 26" descr="macro-1-5-worldbank-learning-poverty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Banco Mundial: mapa de learning poverty global — ~70% en países de ingreso medio-bajo post-pandemia.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BANCO MUNDIAL / UNESCO · 2022</a:t>
            </a:r>
          </a:p>
        </p:txBody>
      </p:sp>
      <p:pic>
        <p:nvPicPr>
          <p:cNvPr id="31" name="Picture 30" descr="macro-1-5-unausa-naep-scor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NAEP vía UNA-USA: mínimos históricos en lectura y matemática — la serie desde 1992.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NAEP / UNA-USA · 2024</a:t>
            </a:r>
          </a:p>
        </p:txBody>
      </p:sp>
      <p:pic>
        <p:nvPicPr>
          <p:cNvPr id="35" name="Picture 34" descr="macro-1-5-worldbank-learning-poverty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World Bank: la pobreza de aprendizaje como dato global que empuja el mercado de tutoría AI.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BANCO MUNDIAL · 2022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TUTOR 1-A-1 DEJÓ DE SER PRIVILEGIO DE ÉLITE: KHANMIGO PASÓ DE 68K A 700K USUARIOS Y LA FAMILIA ACCEDE A TUTORÍA CON IA POR UNA FRACCIÓN DEL COSTO DEL PROFESOR PARTICULAR.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tutoría privada siempre fue cosa de quien podía pagarla. Eso se está moviendo. Khanmigo pasó de 68k a 700k estudiantes en un ciclo; Sal Khan citó 1.4M acumulado a mediados de 2025. El mercado de tutores AI va de US$3.55B a US$6.45B para 2030. El estudiante resuelve dudas a cualquier hora con un tutor que no se cansa ni cobra por sesión.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#aitutor · #khanmigo · #studywithai · #tutoriaIA · #aprenderconIA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de Khanmigo en un ciclo (creció desde 68k); Sal Khan citó 1.4M acumulado a mediados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KHAN ACADEMY / GLOBALSOCIETY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US$3.55B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de tutores AI en 2025, proyectado a US$6.45B en 2030.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MORDOR INTELLIGENCE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StudyTok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Demos de 'AI tutor' y 'how I use AI to study' virales en StudyTok.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27" name="Picture 26" descr="macro-3-0-tiktok-studytok-ta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StudyTok: 'AI helped me pass', testimonios de estudio con IA en el feed.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2-1-globalsociety-khanmigo-ai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GlobalSociety: Khanmigo escala de 68k a 700k en distritos escolares con herramientas docentes AI.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GLOBALSOCIETY · 2025</a:t>
            </a:r>
          </a:p>
        </p:txBody>
      </p:sp>
      <p:pic>
        <p:nvPicPr>
          <p:cNvPr id="35" name="Picture 34" descr="macro-2-1-khanmigo-hero-land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Khanmigo UI — tutor AI siempre disponible, acceso 24/7 por fracción del costo del particular.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KHANMIGO ·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APRENDER SE GAMIFICÓ Y COMPITE CON TIKTOK USANDO LAS MISMAS MECÁNICAS: DUOLINGO SOSTIENE 50.5M USUARIOS DIARIOS CON RACHAS, LIGAS Y LA CULPA DEL BÚHO.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estudio nunca tuvo dopamina. Duolingo se la puso. Superó 50.5M usuarios diarios en Q3 2025 (+36% interanual). Rachas, ligas, notificaciones — las mismas mecánicas de enganche que usa TikTok, aplicadas a aprender un idioma. Revenue Q3: US$271.7M (+41%), 11.5M suscriptores pagos. La gente mantiene rachas no por disciplina — por el miedo a romperla.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101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#duolingo · #duostreak · #languagelearning · #gamifiedlearning · #aprenderjugando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diarios de Duolingo en Q3 2025 (+36% interanual) — las mecánicas de juego sostienen el hábito.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DUOLINGO 8-K SEC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US$271M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Revenue Q3 2025 (+41%); 11.5M suscriptores pagos — gamificación que convierte.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DUOLINGO SEC FILING FY2025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Duo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búho Duo y la 'Duolingo guilt' son un género viral con cientos de millones de 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7" name="Picture 26" descr="macro-2-2-duolingo-land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Duolingo landing: el búho Duo, aprender 5 minutos al día con mecánicas de streak.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DUOLINGO · 2025</a:t>
            </a:r>
          </a:p>
        </p:txBody>
      </p:sp>
      <p:pic>
        <p:nvPicPr>
          <p:cNvPr id="31" name="Picture 30" descr="macro-2-2-duolingo-streaks-gamificatio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de rachas y retención Duolingo — mecánica de streak que sostiene 50.5M DAU.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STRIVECLOUD · 2025</a:t>
            </a:r>
          </a:p>
        </p:txBody>
      </p:sp>
      <p:pic>
        <p:nvPicPr>
          <p:cNvPr id="35" name="Picture 34" descr="macro-2-2-strivecloud-duolingo-hero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Strivecloud hero: análisis completo de la gamificación de Duolingo — ligas, streaks, leaderboards.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STRIVECLOUD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IA GENERATIVA AUTOMATIZÓ LA TAREA ESCOLAR: 84% DE SECUNDARIA LA USA Y ENTRE UNIVERSITARIOS 89% LA USA PARA TAREAS; LA PREGUNTA DEJÓ DE SER SI COPIAN — ES SI EL APRENDIZAJE SOBREVIVE.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84% de secundaria usa IA para schoolwork; 89% de universitarios para tareas. En UK saltó de 66% a 92% en un año. El estudiante genera el ensayo con ChatGPT y lo humaniza para esquivar detectores. La pregunta: qué queda del aprendizaje.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829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0833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#chatgptforschool · #aihomework · #studyhack · #aidetector · #tareaconIA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estudiantes de secundaria usa IA generativa para schoolwork.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COLLEGE BOARD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universitarios que usan IA la aplica para tareas; 53% para ensayos.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universitarios UK usa IA en 2025 (saltó de 66% en 2024 a 92% en 2025).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HEPI · 2025</a:t>
            </a:r>
          </a:p>
        </p:txBody>
      </p:sp>
      <p:pic>
        <p:nvPicPr>
          <p:cNvPr id="27" name="Picture 26" descr="macro-2-3-nerdynav-chatgpt-cheating-infographic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Nerdynav: 'humanize AI text' — el tutorial para esquivar detectores, uso de IA por tipo de tarea.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  <p:pic>
        <p:nvPicPr>
          <p:cNvPr id="31" name="Picture 30" descr="macro-2-3-hepi-ai-studen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HEPI: uso de IA entre universitarios UK sube a 92% en 2025 — el estudio que ancla el dato.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HEPI · 2025</a:t>
            </a:r>
          </a:p>
        </p:txBody>
      </p:sp>
      <p:pic>
        <p:nvPicPr>
          <p:cNvPr id="35" name="Picture 34" descr="macro-2-3-nerdynav-student-usage-chart.png">
            <a:hlinkClick r:id="rId3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Chart de uso de IA por tipo de tarea — 89% tareas, 53% ensayos, 84% secundaria.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DIPLOMA DE PAPEL SE MUDÓ A LA NUBE: 90% DE EMPLEADORES PREFIERE CANDIDATO CON MICROCREDENCIAL, Y LOS BADGES VERIFICABLES SE VOLVIERON MONEDA DE EMPLEABILIDAD.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título tardaba 4 años y vivía en una pared. La microcredencial tarda semanas y vive en LinkedIn. Más del 90% de empleadores prefiere candidato con microcredencial. Coursera tiene millones de inscripciones en certificados entry-level. El profesional exhibe el badge de Google como prueba portátil de que sabe hacer algo.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#microcredentials · #digitalbadges · #googlecertificate · #coursera · #credencialesdigitales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&gt;90%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empleadores prefiere candidato con microcredencial en el CV.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COURSERA / FORTUNE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Millones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inscripciones en certificados profesionales entry-level de Coursera.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COURSERA GLOBAL SKILLS REPORT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Badge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'How Digital Credentials Can Elevate Existing Programs' — adopción de credenciales verificables.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EDSURGE · 2024</a:t>
            </a:r>
          </a:p>
        </p:txBody>
      </p:sp>
      <p:pic>
        <p:nvPicPr>
          <p:cNvPr id="27" name="Picture 26" descr="macro-2-4-coursera-google-cer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Google Career Certificates — badges sin título para roles tech, portfolio portátil en LinkedIn.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GOOGLE / COURSERA · 2025</a:t>
            </a:r>
          </a:p>
        </p:txBody>
      </p:sp>
      <p:pic>
        <p:nvPicPr>
          <p:cNvPr id="31" name="Picture 30" descr="macro-2-4-fortune-microcredentia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Fortune: 'Getting hired in 2026 = microcredentials' — Coursera CEO a Gen Z.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FORTUNE · DIC 2025</a:t>
            </a:r>
          </a:p>
        </p:txBody>
      </p:sp>
      <p:pic>
        <p:nvPicPr>
          <p:cNvPr id="35" name="Picture 34" descr="macro-2-4-edsurge-digital-credential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EdSurge: credenciales digitales verificables — cómo elevan los programas existentes.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EDSURGE · 2024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AFUERA EL DOCENTE YA DELEGA LO ADMINISTRATIVO A LA IA; EN RD LA FACULTAD APENAS LA TOCA: MÁS DEL 90% DE LOS PROFESORES DOMINICANOS TODAVÍA NO USA IA EN SU LABOR.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Afuera el docente sobrecargado delega planes de clase, rúbricas y retroalimentación a la IA. Khanmigo se expandió de 45 a más de 380 distritos. Pero en RD la foto es otra: más del 90% de los docentes todavía no usa IA. La brecha del capítulo no es de estudiantes — es de adopción docente.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#teacherai · #aiforteachers · #docenteIA · #smartclassroom · #edtechRD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&gt;90%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los docentes dominicanos aún no usa IA en su labor educativa — el rezago que ancla el capítulo.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EDUCA · EL NACIONAL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Distritos escolares con Khanmigo (creció desde 45) — herramientas docentes AI que la facultad RD no usa aún.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KHAN ACADEMY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SciELO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'Educación Superior en la Era de la IA: Entre la Innovación y la Ética' — paper dominicano sobre adopción docente.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SCIELO DOMINICAN REPUBLIC · 2025</a:t>
            </a:r>
          </a:p>
        </p:txBody>
      </p:sp>
      <p:pic>
        <p:nvPicPr>
          <p:cNvPr id="27" name="Picture 26" descr="macro-2-5-tiktok-aiforteacher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#aiforteachers: 'teacher hacks con ChatGPT' — herramientas docentes que la facultad RD aún no usa.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2-5-educa-docentes-ia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EDUCA / El Nacional: más del 90% de docentes dominicanos no usa IA — el ancla RD del capítulo.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EDUCA · EL NACIONAL · 2025</a:t>
            </a:r>
          </a:p>
        </p:txBody>
      </p:sp>
      <p:pic>
        <p:nvPicPr>
          <p:cNvPr id="35" name="Picture 34" descr="macro-2-5-scielo-ai-educacion-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SciELO DO: paper sobre adopción docente IA — doble prueba RD junto al dato EDUCA.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SCIELO DOMINICAN REPUBLIC ·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ESTUDIAR SE VOLVIÓ CONTENIDO: 'STUDY WITH ME' LIVES Y NOTAS ESTÉTICAS CONVIERTEN EL ESTUDIO SOLITARIO EN ESPECTÁCULO SOCIAL, CON ACCOUNTABILITY DE EXTRAÑOS EN EL FEED.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Estudiar era algo que hacías solo en tu cuarto. Ahora se transmite. Los study-with-me lives convirtieron la sesión en experiencia social. El contenido educativo es de las categorías más vistas en TikTok. La disciplina ya no viene de adentro — viene de la mirada de extraños en el feed.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#studytok · #studywithme · #studygram · #studymotivation · #estudiarconmigo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StudyTok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'Shut up and study' lives y #studytok crecen como subcultura de estudio en comunidad.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SMILETUTOR / TIKTOK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contenido educativo es una de las categorías más vistas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SMILETUTOR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Debate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'The rise of StudyTok: motivational or distraction?' — el estudio performativo en discusión.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SOUTHEAST ARROW · 2025</a:t>
            </a:r>
          </a:p>
        </p:txBody>
      </p:sp>
      <p:pic>
        <p:nvPicPr>
          <p:cNvPr id="27" name="Picture 26" descr="macro-3-0-tiktok-studytok-ta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#studytok en TikTok — estudio compartido, notas estéticas y accountability del feed.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3-1-youtube-studywithm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YouTube 'study with me 2025' — el género expandido a video largo con millones de vistas.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35" name="Picture 34" descr="macro-3-1-southeastarrow-study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Southeast Arrow: el debate del estudio performativo — motivacional vs distracción.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SOUTHEAST ARROW ·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AL BUSCADOR COMO PUERTA DEL CONOCIMIENTO: 53% DE GEN Z CONSULTA TIKTOK ANTES QUE GOOGLE, Y QUÉ ES 'VERDAD' LO CURAN CREADORES, NO FUENTES.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'Búscalo en Google' se volvió 'búscalo en TikTok'. 53% de Gen Z consulta TikTok, Reddit o YouTube antes que Google. El estudiante busca la explicación de un tema en el feed, en formato de 60 segundos con cara y voz. El criterio de qué es verdad ya no lo decide la fuente — lo decide el creador que te cae bien.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#learnontiktok · #tiktoktaughtme · #edutok · #tiktokitdontgoogleit · #aprendintiktok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busca en TikTok/Reddit/YouTube antes que Google para informarse.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RESOLVE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Gen 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Gen Z y Gen Alpha usan el video social como herramienta de búsqueda cotidiana.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INFORMATION MATTERS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Video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'Why Gen Z turns to YouTube and TikTok for learning' — el video como herramienta educativa.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UQUALIO · 2025</a:t>
            </a:r>
          </a:p>
        </p:txBody>
      </p:sp>
      <p:pic>
        <p:nvPicPr>
          <p:cNvPr id="27" name="Picture 26" descr="macro-3-2-informationmatters-genz-tiktok-search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Information Matters: 'TikTok It, Don't Google It' — 53% de Gen Z busca en redes sociales primero.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INFORMATION MATTERS · 2026</a:t>
            </a:r>
          </a:p>
        </p:txBody>
      </p:sp>
      <p:pic>
        <p:nvPicPr>
          <p:cNvPr id="31" name="Picture 30" descr="macro-3-2-informationmatters-genz-tiktok-search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Resolve: 53% de Gen Z consulta TikTok antes que Google — el buscador perdió su monopolio.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RESOLVE · 2026</a:t>
            </a:r>
          </a:p>
        </p:txBody>
      </p:sp>
      <p:pic>
        <p:nvPicPr>
          <p:cNvPr id="35" name="Picture 34" descr="macro-3-2-uqualio-genz-video-learning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Uqualio: Gen Z y el poder del video en educación — el creador reemplaza a la fuente.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UQUALIO ·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CONOCIMIENTO SE FRAGMENTÓ AL FORMATO DEL FEED: EL MICROLEARNING EN PÍLDORAS DE 60 SEGUNDOS REEMPLAZA LA CLASE DE 50 MINUTOS, Y LA ESCUELA K-12 YA ESTÁ ADOPTÁNDOLO.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clase de 50 minutos perdió contra el tramo de atención que el feed entrenó. El microlearning — conceptos en clips cortos — empezó a reemplazar la lectura larga y la clase entera. Las escuelas K-12 ya están adoptando el formato corto. Una revisión 2025 encontró que el microlearning asistido por TikTok mejora retención y engagement.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867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1214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#microlearning · #learnin60seconds · #edutok · #explained · #aprenderrapido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K-12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'Bringing microlearning to K-12 schools' — las escuelas adoptan el formato corto que el algoritmo impuso.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NY STATE SCHOOL BOARDS ASSOC.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Revisión 2025: microlearning asistido por TikTok mejora retención y engagement en el aula.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CTO COLLEGE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 seg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Los formatos 'explained in 60 seconds' dominan EduTok — la píldora de atención del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7" name="Picture 26" descr="macro-3-3-cto-microlearn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CTO College: 'explained in 60 seconds' — el formato del feed que conquista el aula formal.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CTO COLLEGE · 2026</a:t>
            </a:r>
          </a:p>
        </p:txBody>
      </p:sp>
      <p:pic>
        <p:nvPicPr>
          <p:cNvPr id="31" name="Picture 30" descr="macro-3-3-nyssba-microlearning-k12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NYSSBA: microlearning entra a K-12 — oportunidades y retos del formato corto en escuelas.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NY STATE SCHOOL BOARDS ASSOC. · 2025</a:t>
            </a:r>
          </a:p>
        </p:txBody>
      </p:sp>
      <p:pic>
        <p:nvPicPr>
          <p:cNvPr id="35" name="Picture 34" descr="macro-3-3-linkedin-learning-ui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LinkedIn Learning — cursos bite-sized para profesionales; el microlearning corporativo.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LINKEDIN LEARNING ·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ORIENTACIÓN VOCACIONAL MIGRÓ AL FEED: CREADORES MUESTRAN 'UN DÍA EN MI TRABAJO' Y SALARIOS REALES, Y ESO MOLDEA QUÉ CARRERA ELIGE UN ADOLESCENTE MÁS QUE CUALQUIER ORIENTADOR.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orientador escolar tenía un test y un folleto. El feed tiene 'un día en mi vida como [profesión]' y salary reveals. El adolescente descarta o elige una carrera basándose en lo que ve a un creador hacer y ganar. 53% de Gen Z investiga en plataformas sociales antes de tomar decisiones de carrera.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#careertok · #dayinmylife · #salarytransparency · #careeradvice · #queestudiar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#career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#careertok y 'day in my life as a [profesión]' son formatos masivos que influyen la decisión vocacional.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Salary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'Ultimate list of TikTok trends Gen Z' incluye career/salary transparency como trend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CONTENTGRIP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investiga en plataformas sociales antes de tomar decisiones de carrera.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RESOLVE · 2026</a:t>
            </a:r>
          </a:p>
        </p:txBody>
      </p:sp>
      <p:pic>
        <p:nvPicPr>
          <p:cNvPr id="27" name="Picture 26" descr="macro-3-4-tiktok-careertok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#careertok en TikTok — 'day in my life' y salary reveals que moldean la decisión vocacional.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3-4-youtube-careertok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YouTube 'day in my life career' — el género vocacional expandido a video largo.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35" name="Picture 34" descr="macro-3-4-contentgrip-tiktok-genz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ContentGrip: career/salary transparency en el trend report Gen Z TikTok 2026.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CONTENTGRIP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MATERNO DICTA CÓMO SE EDUCA AL NIÑO: MOMTOK RECOMIENDA APPS, CURRÍCULOS Y 'GUILT-FREE SCREEN TIME', Y DESPLAZÓ A LA MAESTRA COMO AUTORIDAD PEDAGÓGICA DEL HOGAR.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maestra solía ser la autoridad sobre cómo aprende el niño. Ahora compite con otra madre en el feed. MomTok recomienda apps educativas y métodos de crianza, y la madre elige según lo viral. Apps como Kiddopia y Khan Academy Kids se mueven por esa recomendación. La madre confía en otra madre del feed más que en el sistema.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#momtok · #toddlerlearning · #guiltfreescreentime · #learningapps · #crianzaconpantalla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MomTok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Apps como Kiddopia ('guilt-free screen time'), SplashLearn y Khan Academy Kids circulan por MomTok.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Family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reforzó Family Pairing para el control parental de screen-time.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Ms. Rachel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Canales como Ms. Rachel se vuelven autoridad de aprendizaje temprano vía recomendación del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/ YOUTUBE · 2025</a:t>
            </a:r>
          </a:p>
        </p:txBody>
      </p:sp>
      <p:pic>
        <p:nvPicPr>
          <p:cNvPr id="27" name="Picture 26" descr="macro-3-5-tiktok-learning-apps-kid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'best learning apps for kids 2025' — la recomendación viral de MomTok sobre apps educativas.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pic>
        <p:nvPicPr>
          <p:cNvPr id="31" name="Picture 30" descr="macro-3-5-youtube-msrachel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Ms. Rachel en YouTube — autoridad de aprendizaje temprano vía recomendación del feed materno.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35" name="Picture 34" descr="macro-3-5-tiktok-family-pair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Family Pairing — control parental de screen-time, respuesta de la plataforma al debate MomTok.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