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@morechulaa/video/7636986702262717704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tiktok.com/@viviank.h/video/7620501104765177108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marketreportsworld.com/market-reports/meal-prep-market-14713709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@toyantoja/video/7610215257000234247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fripick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tiktok.com/@liellewaldman17/video/7617943870797630750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www.tiktok.com/@nourvilaa/video/7642383470026657046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tiktok.com/@josheilyndls1/video/7549991019169811768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www.tiktok.com/@mariannycorderoo/video/7643570804885572882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www.tiktok.com/@macaseason/video/762503125983566568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ensortower.com/blog/2025-q1-unified-top-5-food%20delivery%20services-units-do-63da96fbe1714cfff1c1e5a1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www.pedidosya.com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myfitnesspal.com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news.flinders.edu.au/blog/2025/02/22/fitness-apps-fuelling-disordered-ea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resourcera.com/data/social/tiktok-shop-statistics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modernretail.co/technology/sales-from-major-brands-on-tiktok-shop-nearly-doubled-in-2025-drawing-ulta-and-sally-beauty/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cropink.com/restaurant-social-media-statistic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tiktok.com/@sextedmyboss/video/7475054384771075350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k12dive.com/news/half-of-young-children-own-a-cell-phone-or-tablet/741318/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hellolingo.com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scrippsnews.com/health/continuous-glucose-monitors-are-in-vogue-but-do-you-really-need-to-track-your-blood-sugar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modernretail.co/technology/sales-from-major-brands-on-tiktok-shop-nearly-doubled-in-2025-drawing-ulta-and-sally-beauty/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resourcera.com/data/social/tiktok-shop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www.tiktok.com/@hanfoodfit/video/7493474947029880086" TargetMode="External"/><Relationship Id="rId4" Type="http://schemas.openxmlformats.org/officeDocument/2006/relationships/image" Target="../media/image25.png"/><Relationship Id="rId5" Type="http://schemas.openxmlformats.org/officeDocument/2006/relationships/hyperlink" Target="https://vegnews.com/fiber-whole-foods-2026-top-trend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cropink.com/restaurant-social-media-statist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youtube.com/results?search_query=mukbang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www.tiktok.com/@chef_natalie_/video/7569545767090703647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tiktok.com/@steakandbuttergal/video/7577437952679087374" TargetMode="External"/><Relationship Id="rId4" Type="http://schemas.openxmlformats.org/officeDocument/2006/relationships/image" Target="../media/image25.png"/><Relationship Id="rId5" Type="http://schemas.openxmlformats.org/officeDocument/2006/relationships/hyperlink" Target="https://vegnews.com/fiber-whole-foods-2026-top-tren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scientificamerican.com/article/ozempic-quiets-food-noise-in-the-brain-but-how/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news-medical.net/health/How-GLP-1-Weight-Loss-Drugs-Affect-Appetite-Mood-and-Behavior.aspx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tiktok.com/@janellerohner/video/756454514183541891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0847" y="2349500"/>
            <a:ext cx="127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847" y="2667000"/>
            <a:ext cx="11684000" cy="25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847" y="4318000"/>
            <a:ext cx="10414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LA GENERACIÓN SIN TIEMPO ENTRE SEMANA DESCUBRIÓ QUE DOS HORAS EL DOMINGO LE DEVUELVEN LA SEMANA ENTERA.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prepara comidas el domingo para ahorrar tiempo, comer mejor y controlar lo que ingiere. No es dieta — es autonomía. El meal prep entra como ritual de adultez sin mamá-cocinera detrás.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#MealPrepDominicano · #DomingoDePrep · #ControlDeLoQueComo · #ComidaDeLaSemana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US$36B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global meal prep en 2026, CAGR 9.84% hasta 2035.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adultos ya practica meal prep; 62% de profesionales &gt;8h/día cita falta de tiempo.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HELLOFRESH STATE OF COOKING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4 días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Creadora RD @morechulaa documenta prep de 4 días con tuppers etiquetados.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25" name="Picture 24" descr="macro-1-1-tiktok-morechulaa-mealpre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Creadora @morechulaa — meal prep RD 4 días, tuppers + etiquetas por día.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29" name="Picture 28" descr="macro-1-1-tiktok-viviankh-mealpre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@viviank.h — 10 sándwiches + 9 porciones en freezer, meal prep 3 semanas.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@VIVIANK.H · 2025</a:t>
            </a:r>
          </a:p>
        </p:txBody>
      </p:sp>
      <p:pic>
        <p:nvPicPr>
          <p:cNvPr id="33" name="Picture 32" descr="macro-1-0-mktreports-mealprep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Market Reports World: mercado meal prep US$36,433M globales en 2026.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LAS EMPRESAS DESCUBRIERON QUE SI EL EMPLEADO COME BIEN AL MEDIODÍA RINDE MEJOR EN LA TARDE — Y EL MENÚ DE ALMUERZO SE VOLVIÓ BENEFICIO.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trabajador de 8-5 está harto de comer calentado. Fripick deja que la empresa pague la comida y la descuente en quincena. La comida del mediodía dejó de ser problema individual — ahora es categoría B2B.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#LunchMenuRD · #AlmuerzoDeTrabajo · #MenúDelDía · #PrecioAccesible · #NegocioOyó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+13% YoY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Tráfico restauración LATAM en horario almuerzo con shoulder hour pricing.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OPENTABLE / QSR MAGAZINE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percibe precios de alimentos como 'altos'; 2/3 prefieren opciones más económicas.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PURDUE UNIVERSITY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B2B 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Fripick — plataforma de beneficios alimentarios corporativos con descuento de quincena.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FRIPICK.COM · 2025</a:t>
            </a:r>
          </a:p>
        </p:txBody>
      </p:sp>
      <p:pic>
        <p:nvPicPr>
          <p:cNvPr id="25" name="Picture 24" descr="macro-1-2-tiktok-toyantoja-noccila-lunch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@toyantoja muestra lunch en Nocciola por menos de RD$500 — 'dato que vale oro'.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@TOYANTOJA · 2025</a:t>
            </a:r>
          </a:p>
        </p:txBody>
      </p:sp>
      <p:pic>
        <p:nvPicPr>
          <p:cNvPr id="29" name="Picture 28" descr="macro-1-2-fripick-rd-bran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Fripick RD — beneficio alimentario corporativo B2B, descuento en quincena.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FRIPICK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TE CRIÓ CON MIEDO A LO 'MALO' Y AHORA COMER SE SIENTE COMO CULPA. TIKTOK ESCUCHÓ EL TÉRMINO Y LO CONVIRTIÓ EN TREND CON MILLONES DE VIEWS.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mamá que controlaba cada bocado crió hijas con relación rota con el plato. La almond mom no es solo un meme — es una cadena generacional. La adultez de esa hija inventa otra forma de comer sin la voz de mamá auditando.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#AlmondMom · #TraumasDietéticos · #ComerConCulpa · #LaVozDeMamá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30M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Americanos desarrollarán un trastorno alimentario en su vida; 2da enfermedad mental más mortal.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ANAD / ABC NEWS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42%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niñas de 1°-3° quiere ser más delgada; 81% de niños de 10 años teme engordar.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ANAD STATISTICS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"almond mom"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viral — rutina heredada: suplementos, restricción, sin cuestionar.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5" name="Picture 24" descr="macro-1-3-tiktok-lielle-almondmo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@Lielle &amp; Dee — POV rutina heredada #almondmom: suplementos, restricción, sin cuestionamiento.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@LIELLEWALDMAN17 · 2025</a:t>
            </a:r>
          </a:p>
        </p:txBody>
      </p:sp>
      <p:pic>
        <p:nvPicPr>
          <p:cNvPr id="29" name="Picture 28" descr="macro-1-3-tiktok-nourvilaa-almondmo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@nour vilà — versión LATAM del trauma dietético heredado de mamá, #almondmum.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@NOURVILAA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LA DIFERENCIA ENTRE UN DOMINGO CON FAMILIA Y UNO SOLO SE MIDE EN UNA PREGUNTA: ¿QUÉ VAMOS A COMER?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Para familias grandes el domingo es sancocho, mesa llena, todos. Para el foráneo que vive solo es el día más difícil. Videollama a mamá en Bonao mientras come delivery — para sentir el domingo.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#DomingoSolo · #AlmuerzoDeFamilia · #SancochoDelDomingo · #ForáneoEnLaCapital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45%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come junto menos que hace una década; 84% querría compartir más comidas.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SIMIRITY / FMI FOUNDATION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dominicanos no comparte horas de comida — el foráneo en cuartito de Naco, delivery en mano.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CÓDIGO CASA 2025 · P25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World Happiness Report: compartir comidas se vincula con conectividad social y bienestar.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WORLD HAPPINESS REPORT · 2025</a:t>
            </a:r>
          </a:p>
        </p:txBody>
      </p:sp>
      <p:pic>
        <p:nvPicPr>
          <p:cNvPr id="25" name="Picture 24" descr="macro-1-4-tiktok-josheilyn-foranea-cap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@Josheilyn — 'yo amo estar en mi hogar los domingos' — foránea RD en la capital.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@JOSHEILYNDLS1 · 2025</a:t>
            </a:r>
          </a:p>
        </p:txBody>
      </p:sp>
      <p:pic>
        <p:nvPicPr>
          <p:cNvPr id="29" name="Picture 28" descr="macro-1-4-tiktok-mariannycorderoo-doming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@mariannycorderoo — domingo solo en Bogotá, tostada con #amorpropio.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@MARIANNYCORDEROO · 2025</a:t>
            </a:r>
          </a:p>
        </p:txBody>
      </p:sp>
      <p:pic>
        <p:nvPicPr>
          <p:cNvPr id="33" name="Picture 32" descr="macro-1-4-tiktok-macaseason-domingo-famili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@María Camila — el ritual completo del domingo familiar como contraste.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@MACASEASON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PEDIDOSYA ES LA APP #1 DE FOOD EN RD: EL ADULTO JOVEN YA NO DECIDE QUÉ COCINAR ENTRE SEMANA, DECIDE QUÉ PEDIR — Y ESA ES SU NUEVA FORMA DE SER ADULTO.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adultez tradicional cocinaba todos los días. La adultez 2026 delega el jueves a una app. No es flojera — es renegociación del rol en una economía donde el tiempo cuesta más que la comida.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#PedidosYaRD · #DeliveryEsMiMamá · #AdultoQueNoCocina · #JuevesDeApp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21.7K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Descargas semanales pico de PedidosYa en RD — Q1 2025; app #1 food &amp; drink 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+50%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Precios de alimentos RD entre 2019 y 2025 — el delivery se vuelve cálculo costo-tiempo.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100%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abre en Santo Domingo — la grocería migra a app.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5" name="Picture 24" descr="macro-1-5-sensortower-pedidosya-rd-char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Sensor Tower: PedidosYa #1 food delivery RD — 13K-21.7K descargas semanales Q1 2025.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pic>
        <p:nvPicPr>
          <p:cNvPr id="29" name="Picture 28" descr="macro-1-5-pedidosya-country-selecto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PedidosYa — selector de países con RD listada + badges App Store / Google Play.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PEDIDOSYA · 2026</a:t>
            </a:r>
          </a:p>
        </p:txBody>
      </p:sp>
      <p:pic>
        <p:nvPicPr>
          <p:cNvPr id="33" name="Picture 32" descr="macro-1-5-stkitts-online-super-s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en Santo Domingo — la grocería migra a app.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0847" y="2349500"/>
            <a:ext cx="127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847" y="2667000"/>
            <a:ext cx="11684000" cy="25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847" y="4318000"/>
            <a:ext cx="10414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UNA FOTO DE TU PLATO NO SABE LO QUE COMES. PERO EL ALGORITMO TE CONVENCE DE QUE SÍ — Y LE CREES MÁS A LA APP QUE A TU PROPIO CUERPO.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Las apps de conteo calórico pasaron de herramienta a obsesión. El algoritmo 'te ayuda a comer mejor' pero se convierte en la voz que condena cada nutriente. El número en pantalla pesa más que la sensación de saciedad.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#AppQueEnfermó · #MyFitnessPalToxic · #AlgoritmoDeMiDieta · #ComerConMiedo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180M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MyFitnessPal; 75% de pacientes con trastorno alimentario la usaba.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GRIPROOM / PMC NLM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73%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pacientes con trastorno creyó que la app contribuyó al desarrollo del mismo.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PMC NLM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"gateway"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Apps con IA de reconocimiento por foto como gateway a trastorno, especialmente en perfeccionistas.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SAGE JOURNALS / OHIO STATE · 2026</a:t>
            </a:r>
          </a:p>
        </p:txBody>
      </p:sp>
      <p:pic>
        <p:nvPicPr>
          <p:cNvPr id="25" name="Picture 24" descr="macro-2-1-myfitnesspal-app-ui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UI MyFitnessPal: 976 cal + macro breakdown — 'Nutrition tracking for real life'.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MYFITNESSPAL · 2026</a:t>
            </a:r>
          </a:p>
        </p:txBody>
      </p:sp>
      <p:pic>
        <p:nvPicPr>
          <p:cNvPr id="29" name="Picture 28" descr="macro-2-1-flinders-fitnessapp-disorde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Flinders University: mujer con teléfono — fitness apps fuelling disordered eating.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FLINDERS UNIVERSITY · FEB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ANTES MAMÁ DECIDÍA QUÉ HABÍA DE COMER. HOY LO DECIDE EL FOR YOU PAGE — Y DE PASO TE VENDE LOS INGREDIENTES EN EL MISMO SCROLL.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abre TikTok antes de abrir el refrigerador. Las recetas virales compiten con la tradición oral heredada. 6pm: scroll 4 min → screenshot → chat con pareja → supermercado con lista específica.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#TikTokRecetas · #ForYouPageDeCocina · #RecetaViralVsAbuela · #AlgoritmoDeAlmuerzo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índice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Pico de contenido food en TikTok en enero 2026 — la plataforma como primer recetario.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ACCIO / TIKTOK FOOD TRENDS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US$759M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food en TikTok Shop 2025 — food es 13.6% del volumen total.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CAPITAL ONE SHOPPING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Marcas grandes casi duplicaron ventas en TikTok Shop en 2025.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5" name="Picture 24" descr="macro-2-2-tiktokshop-food-gmv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es el nuevo recetario Y el nuevo supermercado — food 13.6% del GMV.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pic>
        <p:nvPicPr>
          <p:cNvPr id="29" name="Picture 28" descr="macro-2-2-modernretail-tiktokshop-brand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Modern Retail: marcas grandes casi duplicaron ventas en TikTok Shop en 2025.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33" name="Picture 32" descr="macro-2-2-cropink-social-food-stat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Cropink: 74% usa redes para decidir qué/dónde comer; 50% reporta influencia directa.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EL TRUCO DE PONER UN VIDEO PARA QUE EL NIÑO COMA SE CONVIRTIÓ EN CONDICIÓN — EL IPAD ES LA ÚNICA FORMA DE QUE EL PLATO BAJE.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niño no come sin el iPad. La pantalla dejó de ser acompañamiento y se volvió condición. Mamá pone Cocomelon; niño come pollo en piloto automático; mesa familiar dura 14 minutos en silencio. Comió. Eso cuenta.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#iPadKid · #PantallaMientrasCome · #NetflixYCena · #ComerSinPantalla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niños tiene iPad a los 2 años; 2.6 hrs/día promedio — solo 1% cumple límites.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Comer con pantalla desconecta señales de hambre/saciedad y aumenta consumo de chatarra.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SCIENCEDIRECT / BUSINESS STANDARD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UNICEF Kids Online: exposición infantil a pantallas más temprana y menos mediada que promedios.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UNICEF KIDS ONLINE · 2025</a:t>
            </a:r>
          </a:p>
        </p:txBody>
      </p:sp>
      <p:pic>
        <p:nvPicPr>
          <p:cNvPr id="25" name="Picture 24" descr="macro-2-3-tiktok-ipadkid-debat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viral: 'Kids and iPads at the table… yes or no?' — debate sobre pantallas en mesa familiar.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@SEXTEDMYBOSS · 2025</a:t>
            </a:r>
          </a:p>
        </p:txBody>
      </p:sp>
      <p:pic>
        <p:nvPicPr>
          <p:cNvPr id="29" name="Picture 28" descr="macro-2-3-k12dive-csm-screentimekid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K12 Dive / CSM 2025: niño con tablet — 'Half of young children own a cell phone or tablet'.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K12 DIVE / CSM · 2025</a:t>
            </a:r>
          </a:p>
        </p:txBody>
      </p:sp>
      <p:pic>
        <p:nvPicPr>
          <p:cNvPr id="33" name="Picture 32" descr="macro-2-3-newsmedical-screentime-proxy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 Medical: GLP-1 altera apetito y comportamiento — señal de medicalización del comer.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EL CONSUMIDOR SANO SE PEGA UN SENSOR DE GLUCOSA POR DOS SEMANAS Y DESCUBRE QUE LA UVA LE SUBE MÁS EL AZÚCAR QUE EL HELADO. LA NUTRICIÓN YA ES DATO EN TIEMPO REAL.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Los wearables de glucosa OTC salieron del nicho diabético y entraron al consumer health. El 'comer bien' dejó de ser opinión — ahora es métrica continua. El glucómetro contradice a la abuela. Gana el glucómetro.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#LingoRD · #SensorDeGlucosa · #ComerConDato · #MetabolicAge · #ElPlatoYElGráfico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US$80B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y health tracking 2024 — proyecta US$200B+ para 2030.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OTC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Abbott Lingo: CGM sin prescripción expande a Android dic 2025; en Walmart y Amazon.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ABBOTT NEWSROOM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#glucosegoddess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Jessie Inchauspé cruza cientos de millones de views; 'glucose hacks' como género.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5" name="Picture 24" descr="macro-2-4-hellolingo-cgm-hero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Abbott Lingo hero — mujer con sensor en brazo + 'My glucose, my insights'. CGM OTC.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ABBOTT LINGO · 2025</a:t>
            </a:r>
          </a:p>
        </p:txBody>
      </p:sp>
      <p:pic>
        <p:nvPicPr>
          <p:cNvPr id="29" name="Picture 28" descr="macro-2-4-scripps-cgm-sensor-ar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Scripps News: brazo con sensor CGM — 'CGMs in vogue' para consumidor no-diabético.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SCRIPPS NEWS ·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UNA CREADORA COCINA EN VIVO, TE MUESTRA EL PRODUCTO, LO AGREGAS AL CARRITO SIN SALIR DEL FEED. EL SUPERMERCADO SE VOLVIÓ STREAMING.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pasó del nicho beauty al supermercado. Food es 13.6% del GMV de TikTok Shop. El próximo carrito del dominicano será un live stream — no un walk-in. Vió, comió, compró. En menos de 4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#TikTokShopFood · #CocinaEnVivo · #CarritoDelFeed · #CompraLoQueCocinas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US$64.3B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total TikTok Shop 2025; food US$759.84M; ticket promedio food shopper US$43.20.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CAPITAL ONE SHOPPING / RESOURCERA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+84% YoY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creció 84% en 2025; conversión live 6.1% vs feed 4.7%.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MODERN RETAIL / RESOURCERA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100%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en Santo Domingo — grocery digital prepara terreno.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5" name="Picture 24" descr="macro-2-2-modernretail-tiktokshop-brand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Modern Retail: marcas grandes duplicaron ventas TikTok Shop 2025; food es categoría #1 del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9" name="Picture 28" descr="macro-2-2-tiktokshop-food-gmv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Resourcera: GMV US$64.3B, ticket food US$43.20, live shopping +84% YoY.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0847" y="2349500"/>
            <a:ext cx="127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847" y="2667000"/>
            <a:ext cx="11684000" cy="25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847" y="4318000"/>
            <a:ext cx="10414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VER LO QUE OTROS COMEN SE CONVIRTIÓ EN UNO DE LOS FORMATOS MÁS CONSUMIDOS DE INTERNET. YA NO ES COMIDA — ES IDENTIDAD.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'What I Eat in a Day' explota no por curiosidad culinaria — por validación. Ver lo que come otro para confirmar, comparar o inspirarse. El plato ajeno es espejo. Y juez.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#QuéComoEnUnDía · #WhatIEatInADay · #ComidaParaVer · #DíaDeComidaRD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74%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personas usa redes para decidir qué/dónde comer; 50% reporta influencia directa.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top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WIEIAD entre top food trends 2026 — engagement positivo y negativo que el algoritmo premia.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CHOWHOUND TIKTOK TRENDS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Foods: bowl colorido como 'comer bien aspiracional' que WIEIAD replica.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VEGNEWS · OCT 2025</a:t>
            </a:r>
          </a:p>
        </p:txBody>
      </p:sp>
      <p:pic>
        <p:nvPicPr>
          <p:cNvPr id="25" name="Picture 24" descr="macro-3-1-tiktok-wieiad-hanfoodfi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@han | macro friendly food — WIEIAD aspiracional con #wieiad #8020rule; el formato que el feed distribuye.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@HANFOODFIT · 2025</a:t>
            </a:r>
          </a:p>
        </p:txBody>
      </p:sp>
      <p:pic>
        <p:nvPicPr>
          <p:cNvPr id="29" name="Picture 28" descr="macro-3-1-vegnews-food-trend-her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VegNews: bowl proteína + grains + vegetales — imagen del 'comer bien aspiracional 2026'.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pic>
        <p:nvPicPr>
          <p:cNvPr id="33" name="Picture 32" descr="macro-2-2-cropink-social-food-stat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Cropink: 74% usa redes para decidir qué/dónde comer — el feed como nutricionista.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EL MUKBANG NACIÓ PORQUE HAY GENTE QUE COME SOLA Y PREFIERE VER A ALGUIEN COMER ANTES QUE COMER EN SILENCIO.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Nació en Corea como compañía virtual. Hoy es negocio millonario. El dominicano lo consume porque la mesa vacía duele — y una pantalla llena el silencio del comedor. La cena ya viene con co-cenador incluido.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#MukbangLatino · #ComerSoloPeroNoTanto · #SoledadEnLaMesa · #CenarConPantalla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5.3M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#mukbang supera 5.3M videos en 2025; top creadores generan hasta US$10K/mes.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DISTRACTION MAGAZINE / PMC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68.5%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jóvenes universitarias ve videos de comida regularmente; vínculo con efecto parasocial en soledad.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WESTERN GAZETTE / PMC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&gt;2B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Views de Nickocado Avocado en YouTube — mukbang como nuevo co-comensal digital.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25" name="Picture 24" descr="macro-3-2-youtube-mukbang-search-gri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YouTube 'mukbang' — thumbnails de comida extrema y ASMR con millones de vistas.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YOUTUBE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CUANDO TODO LO DEMÁS ESTÁ FUERA DE CONTROL, LA COCINA ES EL ÚNICO SITIO DONDE LO QUE HAGO SÍ SALE COMO QUIERO.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Bajo burnout y presión social, adultos jóvenes descubrieron que cocinar y hornear son terapia real. No es hobbyismo — es el único espacio donde lo que controlas eres tú. El horno escucha mejor que el psicólogo en lista de espera.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#CocinaComoTerapia · #HornearParaDesestresarse · #LoveLanguageCocina · #Repostería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dopamina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Hornear activa rutas de dopamina y reduce cortisol — equivalente a mindfulness clínico.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KAISER PERMANENTE / NEUROLAUNCH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Ola de cancelaciones de delivery + vuelta a la cocina como anti-ansiedad digital.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EDITORIALGE / COOKING AS THERAPY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#terapia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#cookingastherapy + #reposteriaterapia — creadoras LATAM documentan cocina como bienestar.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5" name="Picture 24" descr="macro-3-3-tiktok-natalie-stressbak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@chef_natalie_ — 'stress baking is my form of therapy' #bakingtiktok #bakingtherapy.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@CHEF_NATALIE_ · 2025</a:t>
            </a:r>
          </a:p>
        </p:txBody>
      </p:sp>
      <p:pic>
        <p:nvPicPr>
          <p:cNvPr id="29" name="Picture 28" descr="macro-2-3-newsmedical-screentime-prox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 Medical: jeringa GLP-1 + headline — cocina como contrapunto analógico a la farmacología.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EL FOMO DE BAJAR DE PESO LLEGÓ A SU VERSIÓN MÁS EXTREMA: ELIMINAR TODO LO QUE NO SEA ANIMAL. LOS ANÁLISIS DE SANGRE CUENTAN OTRA HISTORIA.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Joe Rogan lo popularizó, los influencers lo viralizaron, el que lleva años sin bajar de peso lo consideró. Solo carne, mantequilla y huevo. El algoritmo lo distribuye más rápido que la evidencia clínica que lo contradice.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#DietaCarnívora · #SoloCarneMantequillaYHuevo · #FOMODeBajarDePeso · #CarnivoreVsColesterol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#carnivore supera 2.6M publicaciones en Instagram a noviembre 2025.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RESEARCHGATE / FOX NEWS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LDL +37%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LDL promedio sube de 126 a 172 mg/dL en seguidores; caso reportado 163→365.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NUTRIENTS JOURNAL · JAN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"Year of the Fiber"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2026: mainstream pivota a fibra + longevity mientras carnivore escala.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VEGNEWS / WHOLE FOODS · 2026</a:t>
            </a:r>
          </a:p>
        </p:txBody>
      </p:sp>
      <p:pic>
        <p:nvPicPr>
          <p:cNvPr id="25" name="Picture 24" descr="macro-3-4-tiktok-carnivore-steakbutterg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@Steakandbuttergal | Carnivore — la creadora más viral de la dieta carnívora: solo carne + mantequilla.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@STEAKANDBUTTERGAL · 2025</a:t>
            </a:r>
          </a:p>
        </p:txBody>
      </p:sp>
      <p:pic>
        <p:nvPicPr>
          <p:cNvPr id="29" name="Picture 28" descr="macro-3-1-vegnews-food-trend-her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VegNews: bowl colorido del pivot fibra 2026 — contraste con la tabla de bistec del carnivore feed.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2032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111111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203200"/>
            <a:ext cx="2794000" cy="25400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6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6400" y="685800"/>
            <a:ext cx="381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685800"/>
            <a:ext cx="36322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600" y="939800"/>
            <a:ext cx="11480495" cy="635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894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8000" y="914400"/>
            <a:ext cx="6350" cy="57404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600" y="1143000"/>
            <a:ext cx="3505200" cy="812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Instrument Serif"/>
              </a:rPr>
              <a:t>GLP-1 SILENCIA EL 'FOOD NOISE' DEL CEREBRO. LA NUEVA CONVERSACIÓN SOBRE COMER NO ES QUÉ COCINAR — ES SI LO DESEO O SOLO ME ACORDÉ QUE EXISTÍA.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600" y="22606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2489200"/>
            <a:ext cx="350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Ozempic y Mounjaro reescriben la relación con la comida: ya no se trata de fuerza de voluntad, sino de farmacología que apaga el ruido mental. El feed normaliza la conversación; el endocrinólogo no está en el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3708400"/>
            <a:ext cx="35052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937000"/>
            <a:ext cx="3505200" cy="533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Instrument Serif"/>
              </a:rPr>
              <a:t>#FoodNoise · #OzempicDiary · #SinHambreSinAnsiedad · #GLP1RD · #LaCabezaSinComida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11430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6400" y="21844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Siente menos hambre con GLP-1; 64% se llena antes; 21-23% reporta cambios de sabor — EASD n=411.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6400" y="2705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EASD 2025 / NEWS-MEDICAL ·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623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#foodnoise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42037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Viralizado por usuarias de GLP-1 documentando cambio cognitivo — decenas de millones de views.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6400" y="4724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400" y="5181600"/>
            <a:ext cx="3733800" cy="914400"/>
          </a:xfrm>
          <a:prstGeom prst="rect">
            <a:avLst/>
          </a:prstGeom>
          <a:noFill/>
        </p:spPr>
        <p:txBody>
          <a:bodyPr wrap="none"/>
          <a:lstStyle/>
          <a:p>
            <a:pPr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400" y="622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contrapunto: longevidad y fibra como aspiracional opuesto al cuerpo medicado.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674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WHOLE FOODS 2026 / VEGNEWS · 2026</a:t>
            </a:r>
          </a:p>
        </p:txBody>
      </p:sp>
      <p:pic>
        <p:nvPicPr>
          <p:cNvPr id="25" name="Picture 24" descr="macro-3-5-sciam-ozempic-food-nois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1143000"/>
            <a:ext cx="1206500" cy="1778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826500" y="11430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1430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Scientific American: ilustración surrealista — cabeza con comida flotando, 'Ozempic Quiets Food Noise'.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3100" y="16637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SCIENTIFIC AMERICAN · JUN 2024</a:t>
            </a:r>
          </a:p>
        </p:txBody>
      </p:sp>
      <p:pic>
        <p:nvPicPr>
          <p:cNvPr id="29" name="Picture 28" descr="macro-2-3-newsmedical-screentime-prox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0" y="3225800"/>
            <a:ext cx="1206500" cy="1778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826500" y="32258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32258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 Medical: jeringa semaglutide — 58% menos hambre según EASD 2025.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63100" y="37465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pic>
        <p:nvPicPr>
          <p:cNvPr id="33" name="Picture 32" descr="macro-3-5-tiktok-glp1-foodnois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5308600"/>
            <a:ext cx="1206500" cy="1778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826500" y="5308600"/>
            <a:ext cx="6350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3100" y="5308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@JanelleRohner — responde sobre food noise; #glp1community con millones de views en 2025.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63100" y="5829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@JANELLEROHNER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