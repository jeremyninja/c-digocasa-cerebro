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@morechulaa/video/7636986702262717704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tiktok.com/@viviank.h/video/7620501104765177108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marketreportsworld.com/market-reports/meal-prep-market-14713709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@toyantoja/video/7610215257000234247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fripick.com" TargetMode="External"/><Relationship Id="rId6" Type="http://schemas.openxmlformats.org/officeDocument/2006/relationships/hyperlink" Target="https://www.bcrd.gov.d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tiktok.com/@liellewaldman17/video/7617943870797630750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www.tiktok.com/@nourvilaa/video/7642383470026657046" TargetMode="External"/><Relationship Id="rId6" Type="http://schemas.openxmlformats.org/officeDocument/2006/relationships/hyperlink" Target="https://anad.org/eating-disorder-statistics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tiktok.com/@josheilyndls1/video/7549991019169811768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www.tiktok.com/@mariannycorderoo/video/7643570804885572882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www.tiktok.com/@macaseason/video/762503125983566568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www.pedidosya.com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sensortower.com/blog/2025-q1-unified-top-5-food%20delivery%20services-units-do-63da96fbe1714cfff1c1e5a1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myfitnesspal.com" TargetMode="External"/><Relationship Id="rId4" Type="http://schemas.openxmlformats.org/officeDocument/2006/relationships/hyperlink" Target="https://griproom.com" TargetMode="External"/><Relationship Id="rId5" Type="http://schemas.openxmlformats.org/officeDocument/2006/relationships/hyperlink" Target="https://pubmed.ncbi.nlm.nih.go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resourcera.com/data/social/tiktok-shop-statistics/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www.modernretail.co/technology/sales-from-major-brands-on-tiktok-shop-nearly-doubled-in-2025-drawing-ulta-and-sally-beauty/" TargetMode="External"/><Relationship Id="rId6" Type="http://schemas.openxmlformats.org/officeDocument/2006/relationships/hyperlink" Target="https://finedininglover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news-medical.net/health/How-GLP-1-Weight-Loss-Drugs-Affect-Appetite-Mood-and-Behavior.aspx" TargetMode="External"/><Relationship Id="rId4" Type="http://schemas.openxmlformats.org/officeDocument/2006/relationships/hyperlink" Target="https://www.unicef.org/innocenti/reports/children-and-digital-technologies" TargetMode="External"/><Relationship Id="rId5" Type="http://schemas.openxmlformats.org/officeDocument/2006/relationships/hyperlink" Target="https://www.commonsensemedia.org/research/zero-to-eight-childrens-media-use-in-americ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www.hellolingo.com" TargetMode="External"/><Relationship Id="rId4" Type="http://schemas.openxmlformats.org/officeDocument/2006/relationships/image" Target="../media/image19.png"/><Relationship Id="rId5" Type="http://schemas.openxmlformats.org/officeDocument/2006/relationships/hyperlink" Target="https://www.scrippsnews.com/health/continuous-glucose-monitors-are-in-vogue-but-do-you-really-need-to-track-your-blood-sugar" TargetMode="External"/><Relationship Id="rId6" Type="http://schemas.openxmlformats.org/officeDocument/2006/relationships/hyperlink" Target="https://www.statista.com/topics/1236/wearable-technolog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www.modernretail.co/technology/sales-from-major-brands-on-tiktok-shop-nearly-doubled-in-2025-drawing-ulta-and-sally-beauty/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resourcera.com/data/social/tiktok-shop-statistics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vegnews.com/fiber-whole-foods-2026-top-trend" TargetMode="External"/><Relationship Id="rId4" Type="http://schemas.openxmlformats.org/officeDocument/2006/relationships/hyperlink" Target="https://www.tiktok.com/search?q=que+como+en+un+dia+dominicana" TargetMode="External"/><Relationship Id="rId5" Type="http://schemas.openxmlformats.org/officeDocument/2006/relationships/hyperlink" Target="https://cropink.com/tiktok-statist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www.youtube.com/results?search_query=mukbang" TargetMode="External"/><Relationship Id="rId4" Type="http://schemas.openxmlformats.org/officeDocument/2006/relationships/hyperlink" Target="https://www.ncbi.nlm.nih.gov/pmc/articles/PMC10010030/" TargetMode="External"/><Relationship Id="rId5" Type="http://schemas.openxmlformats.org/officeDocument/2006/relationships/hyperlink" Target="https://distractionmagazine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news-medical.net/health/How-GLP-1-Weight-Loss-Drugs-Affect-Appetite-Mood-and-Behavior.aspx" TargetMode="External"/><Relationship Id="rId4" Type="http://schemas.openxmlformats.org/officeDocument/2006/relationships/hyperlink" Target="https://www.tiktok.com/search?q=%23cookingastherapy" TargetMode="External"/><Relationship Id="rId5" Type="http://schemas.openxmlformats.org/officeDocument/2006/relationships/hyperlink" Target="https://www.neurolaunch.com/baking-and-mental-health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vegnews.com/fiber-whole-foods-2026-top-trend" TargetMode="External"/><Relationship Id="rId4" Type="http://schemas.openxmlformats.org/officeDocument/2006/relationships/hyperlink" Target="https://www.mdpi.com/2072-6643/18/2/247" TargetMode="External"/><Relationship Id="rId5" Type="http://schemas.openxmlformats.org/officeDocument/2006/relationships/hyperlink" Target="https://www.tiktok.com/search?q=ex+carnivore+my+lab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cientificamerican.com/article/ozempic-quiets-food-noise-in-the-brain-but-how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news-medical.net/health/How-GLP-1-Weight-Loss-Drugs-Affect-Appetite-Mood-and-Behavior.aspx" TargetMode="External"/><Relationship Id="rId6" Type="http://schemas.openxmlformats.org/officeDocument/2006/relationships/hyperlink" Target="https://www.tiktok.com/search?q=%23foodnois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2286000"/>
            <a:ext cx="3657600" cy="32004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743200"/>
            <a:ext cx="109728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0" b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4828032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600" b="0">
                <a:solidFill>
                  <a:srgbClr val="FFFFFF"/>
                </a:solidFill>
                <a:latin typeface="Instrument Serif"/>
              </a:rPr>
              <a:t>LA GENERACIÓN SIN TIEMPO ENTRE SEMANA DESCUBRIÓ QUE DOS HORAS EL DOMINGO LE DEVUELVEN LA SEMANA ENTERA.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El joven dominicano prepara comidas el domingo para ahorrar tiempo, comer mejor y controlar lo que ingiere. No es dieta — es autonomía. El meal prep entra como ritual de adultez sin mamá-cocinera detrás. Domingo 5pm: tuppers, arroz integral, pechuga, etiqueta con día de la semana.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#MealPrepDominicano · #DomingoDePrep · #ControlDeLoQueComo · #AdultoJovenRD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CONTROL · MIEDO · SOLEDAD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US$36B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mercado global de meal prep en 2026, CAGR 9.84% hasta 2035.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adultos ya practica meal prep; 62% de profesionales &gt;8h/día cita falta de tiempo como driver.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HELLOFRESH STATE OF HOME COOKING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62%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profesionales que trabajan más de 8 h/día elige meal prep como solución al tiempo.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HELLOFRESH · 2025</a:t>
            </a:r>
          </a:p>
        </p:txBody>
      </p:sp>
      <p:pic>
        <p:nvPicPr>
          <p:cNvPr id="27" name="Picture 26" descr="macro-1-1-tiktok-morechulaa-mealpre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Creadora dominicana @morechulaa: meal prep de 4 días con tuppers etiquetados por día.</a:t>
            </a:r>
          </a:p>
        </p:txBody>
      </p:sp>
      <p:pic>
        <p:nvPicPr>
          <p:cNvPr id="30" name="Picture 29" descr="macro-1-1-tiktok-viviankh-mealpre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@viviank.h documenta 10 sándwiches + 9 porciones en el freezer — meal prep de 3 semanas.</a:t>
            </a:r>
          </a:p>
        </p:txBody>
      </p:sp>
      <p:pic>
        <p:nvPicPr>
          <p:cNvPr id="33" name="Picture 32" descr="macro-1-0-mktreports-mealprep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468" y="4620768"/>
            <a:ext cx="1891893" cy="279440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Chart: mercado global meal prep US$36,433M en 2026, CAGR 9.84%.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LAS EMPRESAS DESCUBRIERON QUE SI EL EMPLEADO COME BIEN AL MEDIODÍA RINDE MEJOR EN LA TARDE — Y EL MENÚ DE ALMUERZO SE VOLVIÓ BENEFICIO.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Fripick deja que la empresa pague la comida y la descuente en quincena; los restaurantes RD lanzan lunch menus de 12-3 a precio asequible. La comida del mediodía dejó de ser problema individual del empleado — ahora es categoría B2B.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#LunchMenuRD · #AlmuerzoDeTrabajo · #MenúDelDía · #PrecioAccesible · #NegocioOyó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DIGNIDAD · VACÍO ·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+13%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YoY de tráfico en horario almuerzo con shoulder hour pricing en LATAM.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OPENTABLE / QSR MAGAZINE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consumidores percibe los precios de alimentos como altos; dos tercios prefieren opciones más económicas para almuerzo.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PURDUE UNIVERSITY / FAMILY DINNER PROJECT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8.03%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inflación alimentaria interanual RD enero 2026; precios subieron 50% vs julio 2019.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  <p:pic>
        <p:nvPicPr>
          <p:cNvPr id="27" name="Picture 26" descr="macro-1-2-tiktok-toyantoja-noccila-lunch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@toyantoja muestra lunch completo en Nocciola por menos de RD$500 — dato que vale oro para el trabajador.</a:t>
            </a:r>
          </a:p>
        </p:txBody>
      </p:sp>
      <p:pic>
        <p:nvPicPr>
          <p:cNvPr id="30" name="Picture 29" descr="macro-1-2-fripick-rd-bran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Fripick RD — beneficio alimentario corporativo B2B con descuento de quincena.</a:t>
            </a:r>
          </a:p>
        </p:txBody>
      </p:sp>
      <p:sp>
        <p:nvSpPr>
          <p:cNvPr id="33" name="Rectangle 32">
            <a:hlinkClick r:id="rId6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BCRD: inflación alimentaria 8.03% interanual ene 2026; precios +50% vs 2019.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TE CRIÓ CON MIEDO A LO «MALO» Y AHORA COMER SE SIENTE COMO CULPA. TIKTOK ESCUCHÓ EL TÉRMINO Y LO CONVIRTIÓ EN TREND CON MILLONES DE VIEWS.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La mamá que controlaba cada bocado crió hijas con relación rota con el plato. La almond mom no es solo un meme — es una cadena generacional. La adultez de esa hija inventa otra forma de comer sin que la voz de mamá comente cada mordida.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#AlmondMom · #TraumasDietéticos · #ComerConCulpa · #GeneraciónSinRefresco · #LaVozDeMamá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CULPA · RESENTIMIENTO · REPARACIÓN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30M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americanos desarrollarán un trastorno alimentario en su vida — 2da enfermedad mental más mortal.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ANAD / ABC NEWS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niñas de 1°-3° quiere ser más delgada; 81% de niños de 10 años teme engordar.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ANAD STATISTICS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#AlmondMom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circula como documento generacional del trauma dietético heredado — millones de views en TikTok/YouTube.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7" name="Picture 26" descr="macro-1-3-tiktok-lielle-almondmo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@Lielle &amp; Dee recrea rutina matutina bajo #almondmom — suplementos, restricción, herencia sin cuestionar.</a:t>
            </a:r>
          </a:p>
        </p:txBody>
      </p:sp>
      <p:pic>
        <p:nvPicPr>
          <p:cNvPr id="30" name="Picture 29" descr="macro-1-3-tiktok-nourvilaa-almondmo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@nour vilà — versión LATAM del trauma dietético bajo #almondmum.</a:t>
            </a:r>
          </a:p>
        </p:txBody>
      </p:sp>
      <p:sp>
        <p:nvSpPr>
          <p:cNvPr id="33" name="Rectangle 32">
            <a:hlinkClick r:id="rId6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ANAD 2025: 73% de pacientes con trastorno usaba MyFitnessPal y cree que contribuyó.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600" b="0">
                <a:solidFill>
                  <a:srgbClr val="FFFFFF"/>
                </a:solidFill>
                <a:latin typeface="Instrument Serif"/>
              </a:rPr>
              <a:t>LA DIFERENCIA ENTRE UN DOMINGO CON FAMILIA Y UNO SOLO SE MIDE EN UNA PREGUNTA: ¿QUÉ VAMOS A COMER?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Para familias grandes el domingo es sancocho, mesa llena, todos. Para el foráneo que vive solo, es el día más difícil — sin ritual, sin mesa, con delivery en la cama. La brecha no es nutricional — es emocional.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#DomingoSolo · #AlmuerzoDeFamilia · #SancochoDelDomingo · #ForáneoEnLaCapital · #SinMesaNoHayDomingo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SOLEDAD · PERTENENCIA · INVISIBILIDAD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45%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hogares come junto menos que hace una década; 84% querría más comidas compartidas.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SIMIRITY / FMI FOUNDATION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familias dominicanas no comparte las horas de comida — el foráneo en Bonao en su cuartito de Naco.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CÓDIGO CASA N=500 · NINJA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WHR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World Happiness Report vincula compartir comidas con conectividad social y bienestar subjetivo.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WORLD HAPPINESS REPORT · 2025</a:t>
            </a:r>
          </a:p>
        </p:txBody>
      </p:sp>
      <p:pic>
        <p:nvPicPr>
          <p:cNvPr id="27" name="Picture 26" descr="macro-1-4-tiktok-josheilyn-foranea-cap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@Josheilyn — foránea RD en la capital: "yo amo estar en mi hogar los domingos".</a:t>
            </a:r>
          </a:p>
        </p:txBody>
      </p:sp>
      <p:pic>
        <p:nvPicPr>
          <p:cNvPr id="30" name="Picture 29" descr="macro-1-4-tiktok-mariannycorderoo-domingo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@mariannycorderoo — domingo solo en Bogotá con #amorpropio, ritual sin mesa familiar.</a:t>
            </a:r>
          </a:p>
        </p:txBody>
      </p:sp>
      <p:pic>
        <p:nvPicPr>
          <p:cNvPr id="33" name="Picture 32" descr="macro-1-4-tiktok-macaseason-domingo-famili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468" y="4620768"/>
            <a:ext cx="1891893" cy="279440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@macaseason — el ritual completo del domingo familiar como contraste.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PEDIDOSYA ES LA APP #1 DE FOOD EN RD: EL ADULTO JOVEN YA NO DECIDE QUÉ COCINAR ENTRE SEMANA, DECIDE QUÉ PEDIR — Y ESA ES SU NUEVA FORMA DE SER ADULTO.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La adultez tradicional cocinaba todos los días. La adultez 2026 delega el jueves a una app. No es flojera — es renegociación del rol de buen adulto en una economía donde el tiempo cuesta más que la comida.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#PedidosYaRD · #DeliveryEsMiMamá · #AdultoQueNoCocina · #JuevesDeApp · #ComerSinCocinar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CONTROL · SOLEDAD · CULPA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#1 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PedidosYa, app #1 food &amp; drink iOS en RD; 13K-21.7K descargas semanales Q1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subieron los precios de alimentos en RD entre julio 2019 y julio 2025 — el delivery se vuelve cálculo costo-tiempo.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1er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supermercado 100% online abre en Santo Domingo — la grocería migra a app.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7" name="Picture 26" descr="macro-1-5-pedidosya-country-selector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Selector de país PedidosYa con República Dominicana listada + badges App Store y Google Play.</a:t>
            </a:r>
          </a:p>
        </p:txBody>
      </p:sp>
      <p:pic>
        <p:nvPicPr>
          <p:cNvPr id="30" name="Picture 29" descr="macro-1-5-sensortower-pedidosya-rd-chart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Sensor Tower: PedidosYa #1 en descargas food delivery RD, Q1 2025.</a:t>
            </a:r>
          </a:p>
        </p:txBody>
      </p:sp>
      <p:pic>
        <p:nvPicPr>
          <p:cNvPr id="33" name="Picture 32" descr="macro-1-5-stkitts-online-super-s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468" y="4620768"/>
            <a:ext cx="1891893" cy="279440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Primer supermercado 100% online en Santo Domingo — la grocería migra a app.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2286000"/>
            <a:ext cx="3657600" cy="32004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743200"/>
            <a:ext cx="109728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0" b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4828032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UNA FOTO DE TU PLATO NO SABE LO QUE COMES. PERO EL ALGORITMO TE CONVENCE DE QUE SÍ — Y LE CREES MÁS A LA APP QUE A TU PROPIO CUERPO.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Las apps de conteo calórico pasaron de herramienta a obsesión. El algoritmo que te ayuda a comer mejor se convierte en la voz que condena cada nutriente. Foto del plato → IA reconoce → 487 kcal → silencio incómodo → no almorzar postre.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#AppQueEnfermó · #MyFitnessPalToxic · #AlgoritmoDeMiDieta · #ContarCalorías · #ComerConMiedo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MIEDO · CULPA ·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180M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usuarios de MyFitnessPal; 75% de pacientes con trastorno alimentario la usaba.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GRIPROOM / PMC NLM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73%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pacientes con trastorno alimentario creyó que la app contribuyó al desarrollo del trastorno.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PMC NLM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#MFPToxic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creadoras documentan recuperación de relación rota con apps de conteo calórico.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7" name="Picture 26" descr="macro-2-1-myfitnesspal-app-ui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UI de MyFitnessPal: 976 cal + macro breakdown del día — "Nutrition tracking for real life".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GripRoom / PMC NLM 2026: 73% de pacientes cree que la app contribuyó al trastorno alimentario.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Ohio State / Sage Journals: apps con IA foto actúan como gateway a trastorno alimentario.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ANTES MAMÁ DECIDÍA QUÉ HABÍA DE COMER. HOY LO DECIDE EL FOR YOU PAGE — Y DE PASO TE VENDE LOS INGREDIENTES EN EL MISMO SCROLL.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El joven dominicano abre TikTok antes de abrir el refrigerador. Las recetas virales compiten con la tradición oral heredada — y en muchos hogares jóvenes el algoritmo está ganando.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#TikTokRecetas · #ForYouPageDeCocina · #RecetaViralVsAbuela · #QuéComiHoy · #AlgoritmoDeAlmuerzo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VACÍO · CONTROL · SOLEDAD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índice de contenido food en TikTok en pico enero 2026 — la plataforma como primer recetario.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ACCIO / TIKTOK FOOD TRENDS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US$759M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GMV food en TikTok Shop 2025 — integración receta → carrito en la misma plataforma.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CAPITAL ONE SHOPPING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2x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casi duplicaron ventas las marcas grandes en TikTok Shop en 2025.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7" name="Picture 26" descr="macro-2-2-tiktokshop-food-gmv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TikTok es el nuevo libro de recetas Y el nuevo supermercado — food = 13.6% del GMV 2025.</a:t>
            </a:r>
          </a:p>
        </p:txBody>
      </p:sp>
      <p:pic>
        <p:nvPicPr>
          <p:cNvPr id="30" name="Picture 29" descr="macro-2-2-modernretail-tiktokshop-brand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Modern Retail: marcas grandes casi duplicaron ventas en TikTok Shop en 2025.</a:t>
            </a:r>
          </a:p>
        </p:txBody>
      </p:sp>
      <p:sp>
        <p:nvSpPr>
          <p:cNvPr id="33" name="Rectangle 32">
            <a:hlinkClick r:id="rId6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Fine Dining Lovers ES: creadores latinos llevan recetas tradicionales a los códigos narrativos de 2025.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EL TRUCO DE PONER UN VIDEO PARA QUE EL NIÑO COMA SE CONVIRTIÓ EN CONDICIÓN — EL IPAD ES LA ÚNICA FORMA DE QUE EL PLATO BAJE.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El niño no come sin el iPad. La pantalla dejó de ser acompañamiento y se volvió condición. La mesa familiar tiene un competidor que casi siempre gana: Cocomelon en iPad apoyado en jugo de naranja; niño come pollo en piloto automático.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#iPadKid · #PantallaMientrasCome · #NetflixYCena · #MesaSinPantalla · #ComerSinPantalla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CULPA · SOLEDAD · INVISIBILIDAD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niños tiene iPad a los 2 años; 2.6 hrs/día promedio; solo 1% cumple límites recomendados.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2.6h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promedio de pantalla diaria en menores de 8 años; vínculo con desconexión de señales de hambre.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SCIENCEDIRECT / BUSINESS STANDARD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familias RD no comparte las horas de comida — la mesa está compartida, con un tercero encendido.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CÓDIGO CASA N=500 · NINJA · 2025</a:t>
            </a:r>
          </a:p>
        </p:txBody>
      </p:sp>
      <p:pic>
        <p:nvPicPr>
          <p:cNvPr id="27" name="Picture 26" descr="macro-2-3-newsmedical-screentime-proxy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News Medical: la tech que interviene en cómo comemos (proxy visual de medicalización del comer).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UNICEF Kids Online: exposición infantil a pantallas más temprana y menos mediada en LATAM/RD.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Common Sense Media 2025: 40% de niños tiene iPad a los 2 años; 1% cumple límites.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EL CONSUMIDOR SANO SE PEGA UN SENSOR DE GLUCOSA POR DOS SEMANAS Y DESCUBRE QUE LA UVA LE SUBE MÁS EL AZÚCAR QUE EL HELADO. LA NUTRICIÓN YA ES DATO EN TIEMPO REAL.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Los wearables de glucosa OTC salieron del nicho diabético y entraron al consumer health. El comer bien dejó de ser opinión — ahora es métrica continua que cambia qué desayunas mañana.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#LingoRD · #SensorDeGlucosa · #ComerConDato · #MetabolicAge · #ElPlatoYElGráfico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CONTROL · MIEDO · VACÍO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US$80B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generó el mercado de wearables y health tracking en 2024 — proyecta US$200B+ para 2030.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OTC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Abbott Lingo (CGM sin prescripción) expande a Android dic 2025; en Walmart y Amazon.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ABBOTT NEWSROOM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"Glucose Goddess"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#glucosegoddess (Jessie Inchauspé) cruza cientos de millones de views — glucose hacks como género.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7" name="Picture 26" descr="macro-2-4-hellolingo-cgm-hero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Abbott Lingo: mujer con sensor en el brazo + "My glucose, my insights" — CGM OTC sin prescripción.</a:t>
            </a:r>
          </a:p>
        </p:txBody>
      </p:sp>
      <p:pic>
        <p:nvPicPr>
          <p:cNvPr id="30" name="Picture 29" descr="macro-2-4-scripps-cgm-sensor-ar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Scripps News / AP: brazo con sensor de glucosa continuo — CGMs in vogue para consumidor no-diabético.</a:t>
            </a:r>
          </a:p>
        </p:txBody>
      </p:sp>
      <p:sp>
        <p:nvSpPr>
          <p:cNvPr id="33" name="Rectangle 32">
            <a:hlinkClick r:id="rId6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Statista 2025: mercado wearables US$80B en 2024, rumbo a US$200B en 2030.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UNA CREADORA COCINA EN VIVO, TE MUESTRA EL PRODUCTO, LO AGREGAS AL CARRITO SIN SALIR DEL FEED. EL SUPERMERCADO SE VOLVIÓ STREAMING.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Live shopping pasó del nicho beauty al supermercado: snacks, salsas, kits de receta vendidos durante el video. Food es 13.6% del GMV de TikTok Shop. El próximo carrito de compras será un live stream — no un walk-in.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#TikTokShopFood · #CocinaEnVivo · #CarritoDelFeed · #LiveSnacks · #CompraLoQueCocinas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VACÍO · CONTROL · SOLEDAD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US$64B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GMV total TikTok Shop 2025; food US$759.84M (13.6%); ticket promedio food shopper US$43.20.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CAPITAL ONE SHOPPING / RESOURCERA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+84%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creció el live shopping YoY en 2025; conversión live 6.1% vs feed 4.7%.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1er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supermercado 100% online abre en Santo Domingo — grocery digital prepara terreno para social commerce en 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7" name="Picture 26" descr="macro-2-2-modernretail-tiktokshop-brands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Modern Retail TikTok Shop: marcas grandes duplicaron ventas en 2025; food = categoría líder.</a:t>
            </a:r>
          </a:p>
        </p:txBody>
      </p:sp>
      <p:pic>
        <p:nvPicPr>
          <p:cNvPr id="30" name="Picture 29" descr="macro-2-2-tiktokshop-food-gmv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Resourcera: GMV US$64.3B, ticket food US$43.20, live shopping +84% YoY.</a:t>
            </a:r>
          </a:p>
        </p:txBody>
      </p:sp>
      <p:pic>
        <p:nvPicPr>
          <p:cNvPr id="33" name="Picture 32" descr="macro-1-5-stkitts-online-super-s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468" y="4620768"/>
            <a:ext cx="1891893" cy="2794406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Primer super online SD — grocery 100% digital en RD (señal local de social commerce).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67047" y="2286000"/>
            <a:ext cx="3657600" cy="320040"/>
          </a:xfrm>
          <a:prstGeom prst="rect">
            <a:avLst/>
          </a:prstGeom>
          <a:noFill/>
        </p:spPr>
        <p:txBody>
          <a:bodyPr wrap="none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743200"/>
            <a:ext cx="109728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0" b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4828032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600" b="0">
                <a:solidFill>
                  <a:srgbClr val="FFFFFF"/>
                </a:solidFill>
                <a:latin typeface="Instrument Serif"/>
              </a:rPr>
              <a:t>VER LO QUE OTROS COMEN SE CONVIRTIÓ EN UNO DE LOS FORMATOS MÁS CONSUMIDOS DE INTERNET. YA NO ES COMIDA — ES IDENTIDAD.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What I Eat in a Day explota no por curiosidad culinaria — por validación. Ver lo que come otro para confirmar, comparar o inspirarse. En RD ya hay creadoras adoptándolo con identidad local. El plato ajeno es espejo. Y juez.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#QuéComoEnUnDía · #WhatIEatInADay · #ComidaParaVer · #AlimentaciónEnPantalla · #DíaDeComidaRD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VACÍO · INVISIBILIDAD · CULPA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74%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personas usa redes para decidir qué/dónde comer; 50% dice que influyen directamente.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Top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"What I Eat in a Day" entre top food trends; genera engagement positivo y negativo que el algoritmo premia.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CHOWHOUND TIKTOK TRENDS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Bowl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colorido aspiracional de Whole Foods 2026 que WIEIAD replica y el algoritmo distribuye como estándar.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VEGNEWS / WHOLE FOODS · 2026</a:t>
            </a:r>
          </a:p>
        </p:txBody>
      </p:sp>
      <p:pic>
        <p:nvPicPr>
          <p:cNvPr id="27" name="Picture 26" descr="macro-3-1-vegnews-food-trend-hero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VegNews 2026: bowl de proteína + grains + vegetales coloridos — el comer bien aspiracional que WIEIAD replica.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Búsqueda TikTok: adaptación local de WIEIAD con mangú, sancocho y dieta de barrio.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Cropink 2026: 74% usa redes para decidir qué comer; 50% afirma influencia directa.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600" b="0">
                <a:solidFill>
                  <a:srgbClr val="FFFFFF"/>
                </a:solidFill>
                <a:latin typeface="Instrument Serif"/>
              </a:rPr>
              <a:t>EL MUKBANG NACIÓ PORQUE HAY GENTE QUE COME SOLA Y PREFIERE VER A ALGUIEN COMER ANTES QUE COMER EN SILENCIO.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Nació en Corea como compañía virtual. Hoy es negocio millonario. El dominicano lo consume porque la mesa vacía duele — y una pantalla llena el silencio del comedor. La cena ya viene con co-cenador incluido. En pantalla.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#MukbangLatino · #ComerSoloPeroNoTanto · #AcompañamientoPorPantalla · #SoledadEnLaMesa · #CenarConPantalla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SOLEDAD · INVISIBILIDAD · VACÍO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5.3M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#mukbang supera 5.3M videos en 2025; top creadores ganan hasta US$10K/mes.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DISTRACTION MAGAZINE / PMC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68.5%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de jóvenes universitarias ve videos de comida regularmente; hasta 40 min/día — efecto parasocial en soledad.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WESTERN GAZETTE / PMC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&gt;2B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vistas de Nickocado Avocado en YouTube — mukbang como formato mainstream de entretenimiento.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PMC / DISTRACTION MAGAZINE · 2025</a:t>
            </a:r>
          </a:p>
        </p:txBody>
      </p:sp>
      <p:pic>
        <p:nvPicPr>
          <p:cNvPr id="27" name="Picture 26" descr="macro-3-2-youtube-mukbang-search-gri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YouTube mukbang: thumbnails de comida extrema + ASMR con millones de vistas — volumen del formato.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PMC 2025: 68.5% de jóvenes ve videos de comida regularmente; vínculo con efecto parasocial y soledad.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Distraction Magazine: top mukbangers ganan hasta US$10K/mes — formato masivo de acompañamiento virtual.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600" b="0">
                <a:solidFill>
                  <a:srgbClr val="FFFFFF"/>
                </a:solidFill>
                <a:latin typeface="Instrument Serif"/>
              </a:rPr>
              <a:t>CUANDO TODO LO DEMÁS ESTÁ FUERA DE CONTROL, LA COCINA ES EL ÚNICO SITIO DONDE LO QUE HAGO SÍ SALE COMO QUIERO.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Bajo burnout y presión social, adultos jóvenes descubrieron que cocinar y hornear son terapia real. No es hobbyismo — es el único espacio donde lo que controlas eres tú. El horno escucha mejor que el psicólogo en lista de espera.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#CocinaComoTerapia · #HornearParaDesestresarse · #LoveLanguageCocina · #Repostería · #CocinaQueControlo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SOLEDAD · VACÍO ·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Dopamina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Hornear activa rutas de dopamina y reduce cortisol — equivalente a mindfulness clínico.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KAISER PERMANENTE / NEUROLAUNCH / ICE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ola de cancelaciones de delivery + vuelta a la cocina como anti-ansiedad digital documentada.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EDITORIALGE / COOKING AS THERAPY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dominicanos come siempre en casa (P21, CC) — para el joven 2026 cocinar es la única hora sin notificaciones.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CÓDIGO CASA N=500 · NINJA · 2025</a:t>
            </a:r>
          </a:p>
        </p:txBody>
      </p:sp>
      <p:pic>
        <p:nvPicPr>
          <p:cNvPr id="27" name="Picture 26" descr="macro-2-3-newsmedical-screentime-proxy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News Medical: la cocina como contrapunto analógico a la farmacología del hambre (GLP-1).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#cookingastherapy en TikTok — creadoras LATAM documentan cocina y repostería como bienestar.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NeuroLaunch: hornear reduce cortisol, activa dopamina — equivalente a mindfulness según evidencia clínica.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EL FOMO DE BAJAR DE PESO LLEGÓ A SU VERSIÓN MÁS EXTREMA: ELIMINAR TODO LO QUE NO SEA ANIMAL. LOS ANÁLISIS DE SANGRE CUENTAN OTRA HISTORIA.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Joe Rogan lo popularizó, los influencers lo viralizaron, el que lleva años sin bajar de peso lo consideró. Solo carne, mantequilla y huevo. El algoritmo lo distribuye más rápido que la evidencia clínica que lo contradice.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#DietaCarnívora · #SoloCarneMantequillaYHuevo · #FOMODeBajarDePeso · #ExtremoNutricional · #CarnivoreVsColesterol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MIEDO · RESENTIMIENTO ·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2.6M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#carnivore supera 2.6M publicaciones a noviembre 2025 — entre las dietas más comentadas.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RESEARCHGATE / FOX NEWS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5200">
                <a:solidFill>
                  <a:srgbClr val="FFFFFF"/>
                </a:solidFill>
                <a:latin typeface="Instrument Serif"/>
              </a:rPr>
              <a:t>LDL +46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LDL promedio sube de 126 a 172 mg/dL en seguidores de dieta carnívora — caso reportado: 163→365.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NUTRIENTS JOURNAL · ENE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Fibra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Whole Foods predice 2026 = Year of the Fiber — mainstream pivota al opuesto mientras carnivore escala.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VEGNEWS / WHOLE FOODS 2026 TREND REPORT · 2026</a:t>
            </a:r>
          </a:p>
        </p:txBody>
      </p:sp>
      <p:pic>
        <p:nvPicPr>
          <p:cNvPr id="27" name="Picture 26" descr="macro-3-1-vegnews-food-trend-hero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VegNews: mainstream pivota a fibra mientras carnivore escala — bowl colorido vs tabla de bistec.</a:t>
            </a:r>
          </a:p>
        </p:txBody>
      </p:sp>
      <p:sp>
        <p:nvSpPr>
          <p:cNvPr id="30" name="Rectangle 29">
            <a:hlinkClick r:id="rId4"/>
          </p:cNvPr>
          <p:cNvSpPr/>
          <p:nvPr/>
        </p:nvSpPr>
        <p:spPr>
          <a:xfrm>
            <a:off x="8170468" y="2584704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Nutrients Journal ene 2026: LDL promedio sube 126→172 mg/dL en seguidores de dieta carnívora.</a:t>
            </a:r>
          </a:p>
        </p:txBody>
      </p:sp>
      <p:sp>
        <p:nvSpPr>
          <p:cNvPr id="33" name="Rectangle 32">
            <a:hlinkClick r:id="rId5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TikTok: "ex-carnivore my labs" — backlash de creadores que salen de la dieta carnívora por análisis.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725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0468" y="201168"/>
            <a:ext cx="376519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438912"/>
            <a:ext cx="11679631" cy="9525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4924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2452" y="201168"/>
            <a:ext cx="9525" cy="6455664"/>
          </a:xfrm>
          <a:prstGeom prst="rect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548640"/>
            <a:ext cx="658368" cy="2377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 b="1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548640"/>
            <a:ext cx="2011680" cy="237744"/>
          </a:xfrm>
          <a:prstGeom prst="rect">
            <a:avLst/>
          </a:prstGeom>
          <a:noFill/>
          <a:ln w="9525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5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3637178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95000"/>
              </a:lnSpc>
            </a:pPr>
            <a:r>
              <a:rPr sz="4200" b="0">
                <a:solidFill>
                  <a:srgbClr val="FFFFFF"/>
                </a:solidFill>
                <a:latin typeface="Instrument Serif"/>
              </a:rPr>
              <a:t>GLP-1 SILENCIA EL «FOOD NOISE» DEL CEREBRO. LA NUEVA CONVERSACIÓN SOBRE COMER NO ES QUÉ COCINAR — ES SI LO DESEO O SOLO ME ACORDÉ QUE EXISTÍA.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765145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84601"/>
            <a:ext cx="3637178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Ozempic y Mounjaro reescriben la relación con la comida: ya no se trata de fuerza de voluntad, se trata de farmacología que apaga el ruido mental. El feed normaliza la conversación; el endocrinólogo no está en el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703673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923129"/>
            <a:ext cx="3637178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300" b="0">
                <a:solidFill>
                  <a:srgbClr val="FFFFFF"/>
                </a:solidFill>
                <a:latin typeface="Instrument Serif"/>
              </a:rPr>
              <a:t>#FoodNoise · #OzempicDiary · #SinHambreSinAnsiedad · #GLP1RD · #LaCabezaSinComida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727801"/>
            <a:ext cx="3637178" cy="1828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947257"/>
            <a:ext cx="3637178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FFFFFF"/>
                </a:solidFill>
                <a:latin typeface="Instrument Serif"/>
              </a:rPr>
              <a:t>VACÍO · MIEDO · SOLEDAD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621792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7200">
                <a:solidFill>
                  <a:srgbClr val="FFFFFF"/>
                </a:solidFill>
                <a:latin typeface="Instrument Serif"/>
              </a:rPr>
              <a:t>58%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9876" y="667512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siente menos hambre con GLP-1; 64% se llena antes; 21-23% reporta cambios de sabor — EASD 2025 n=411.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9876" y="1139342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EASD 2025 / NEWS-MEDICAL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258" y="2657856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#FoodNoise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9876" y="2703576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viralizado por usuarias de GLP-1 documentando cambio cognitivo — decenas de millones de views en 2025.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9876" y="3175406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693920"/>
            <a:ext cx="1351178" cy="100584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lnSpc>
                <a:spcPct val="100000"/>
              </a:lnSpc>
            </a:pPr>
            <a:r>
              <a:rPr sz="3600">
                <a:solidFill>
                  <a:srgbClr val="FFFFFF"/>
                </a:solidFill>
                <a:latin typeface="Instrument Serif"/>
              </a:rPr>
              <a:t>Fibra vs GLP-1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876" y="4739640"/>
            <a:ext cx="2194560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Whole Foods 2026: longevity y fibra como aspiracional opuesto al cuerpo medicado — dos lados del mismo deseo.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9876" y="5211470"/>
            <a:ext cx="2194560" cy="201168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700">
                <a:solidFill>
                  <a:srgbClr val="666666"/>
                </a:solidFill>
                <a:latin typeface="Poppins"/>
              </a:rPr>
              <a:t>WHOLE FOODS 2026 · 2026</a:t>
            </a:r>
          </a:p>
        </p:txBody>
      </p:sp>
      <p:pic>
        <p:nvPicPr>
          <p:cNvPr id="27" name="Picture 26" descr="macro-3-5-sciam-ozempic-food-nois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468" y="548640"/>
            <a:ext cx="1891893" cy="279440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559441" y="548640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3801" y="548640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Scientific American: cabeza de estatua con comida flotando — Ozempic silencia el food noise en el cerebro.</a:t>
            </a:r>
          </a:p>
        </p:txBody>
      </p:sp>
      <p:pic>
        <p:nvPicPr>
          <p:cNvPr id="30" name="Picture 29" descr="macro-2-3-newsmedical-screentime-prox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468" y="2584704"/>
            <a:ext cx="1891893" cy="2794406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559441" y="2584704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53801" y="2584704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News Medical: jeringa de semaglutide — 58% menos hambre, 64% saciedad precoz según EASD 2025.</a:t>
            </a:r>
          </a:p>
        </p:txBody>
      </p:sp>
      <p:sp>
        <p:nvSpPr>
          <p:cNvPr id="33" name="Rectangle 32">
            <a:hlinkClick r:id="rId6"/>
          </p:cNvPr>
          <p:cNvSpPr/>
          <p:nvPr/>
        </p:nvSpPr>
        <p:spPr>
          <a:xfrm>
            <a:off x="8170468" y="4620768"/>
            <a:ext cx="1891893" cy="2794406"/>
          </a:xfrm>
          <a:prstGeom prst="rect">
            <a:avLst/>
          </a:prstGeom>
          <a:solidFill>
            <a:srgbClr val="222222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666666"/>
                </a:solidFill>
                <a:latin typeface="Poppins"/>
              </a:rPr>
              <a:t>CAPTURA MANUAL
— JEREMY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9441" y="4620768"/>
            <a:ext cx="502920" cy="164592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3801" y="4620768"/>
            <a:ext cx="1653845" cy="44439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>
                <a:solidFill>
                  <a:srgbClr val="FFFFFF"/>
                </a:solidFill>
                <a:latin typeface="Poppins"/>
              </a:rPr>
              <a:t>#foodnoise TikTok — usuarias GLP-1 documentando cambio cognitivo, decenas de millones de views.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