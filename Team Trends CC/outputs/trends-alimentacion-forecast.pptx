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tiktok.com/@morechulaa/video/7636986702262717704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tiktok.com/@viviank.h/video/7620501104765177108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marketreportsworld.com/market-reports/meal-prep-market-14713709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tiktok.com/@toyantoja/video/7610215257000234247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fripick.com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marketreportsworld.com/market-reports/meal-prep-market-14713709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tiktok.com/@liellewaldman17/video/7617943870797630750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www.tiktok.com/@nourvilaa/video/7642383470026657046" TargetMode="External"/><Relationship Id="rId6" Type="http://schemas.openxmlformats.org/officeDocument/2006/relationships/image" Target="../media/image8.png"/><Relationship Id="rId7" Type="http://schemas.openxmlformats.org/officeDocument/2006/relationships/hyperlink" Target="https://news.flinders.edu.au/blog/2025/02/22/fitness-apps-fuelling-disordered-ea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www.tiktok.com/@josheilyndls1/video/7549991019169811768" TargetMode="External"/><Relationship Id="rId4" Type="http://schemas.openxmlformats.org/officeDocument/2006/relationships/image" Target="../media/image10.png"/><Relationship Id="rId5" Type="http://schemas.openxmlformats.org/officeDocument/2006/relationships/hyperlink" Target="https://www.tiktok.com/@mariannycorderoo/video/7643570804885572882" TargetMode="External"/><Relationship Id="rId6" Type="http://schemas.openxmlformats.org/officeDocument/2006/relationships/image" Target="../media/image11.png"/><Relationship Id="rId7" Type="http://schemas.openxmlformats.org/officeDocument/2006/relationships/hyperlink" Target="https://www.tiktok.com/@macaseason/video/7625031259835665685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www.pedidosya.com" TargetMode="External"/><Relationship Id="rId4" Type="http://schemas.openxmlformats.org/officeDocument/2006/relationships/image" Target="../media/image13.png"/><Relationship Id="rId5" Type="http://schemas.openxmlformats.org/officeDocument/2006/relationships/hyperlink" Target="https://sensortower.com/blog/2025-q1-unified-top-5-food%20delivery%20services-units-do-63da96fbe1714cfff1c1e5a1" TargetMode="External"/><Relationship Id="rId6" Type="http://schemas.openxmlformats.org/officeDocument/2006/relationships/image" Target="../media/image14.png"/><Relationship Id="rId7" Type="http://schemas.openxmlformats.org/officeDocument/2006/relationships/hyperlink" Target="https://www.thestkittsnevisobserver.com/first-online-only-supermarket-opens-in-santo-domingo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www.myfitnesspal.com" TargetMode="External"/><Relationship Id="rId4" Type="http://schemas.openxmlformats.org/officeDocument/2006/relationships/image" Target="../media/image8.png"/><Relationship Id="rId5" Type="http://schemas.openxmlformats.org/officeDocument/2006/relationships/hyperlink" Target="https://news.flinders.edu.au/blog/2025/02/22/fitness-apps-fuelling-disordered-eating/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cropink.com/restaurant-social-media-statistic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resourcera.com/data/social/tiktok-shop-statistics/" TargetMode="External"/><Relationship Id="rId4" Type="http://schemas.openxmlformats.org/officeDocument/2006/relationships/image" Target="../media/image18.png"/><Relationship Id="rId5" Type="http://schemas.openxmlformats.org/officeDocument/2006/relationships/hyperlink" Target="https://www.modernretail.co/technology/sales-from-major-brands-on-tiktok-shop-nearly-doubled-in-2025-drawing-ulta-and-sally-beauty/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cropink.com/restaurant-social-media-statistics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www.tiktok.com/@sextedmyboss/video/7475054384771075350" TargetMode="External"/><Relationship Id="rId4" Type="http://schemas.openxmlformats.org/officeDocument/2006/relationships/image" Target="../media/image20.png"/><Relationship Id="rId5" Type="http://schemas.openxmlformats.org/officeDocument/2006/relationships/hyperlink" Target="https://www.k12dive.com/news/half-of-young-children-own-a-cell-phone-or-tablet/741318/" TargetMode="External"/><Relationship Id="rId6" Type="http://schemas.openxmlformats.org/officeDocument/2006/relationships/image" Target="../media/image21.png"/><Relationship Id="rId7" Type="http://schemas.openxmlformats.org/officeDocument/2006/relationships/hyperlink" Target="https://www.news-medical.net/health/How-GLP-1-Weight-Loss-Drugs-Affect-Appetite-Mood-and-Behavior.aspx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www.hellolingo.com" TargetMode="External"/><Relationship Id="rId4" Type="http://schemas.openxmlformats.org/officeDocument/2006/relationships/image" Target="../media/image23.png"/><Relationship Id="rId5" Type="http://schemas.openxmlformats.org/officeDocument/2006/relationships/hyperlink" Target="https://www.scrippsnews.com/health/continuous-glucose-monitors-are-in-vogue-but-do-you-really-need-to-track-your-blood-sugar" TargetMode="External"/><Relationship Id="rId6" Type="http://schemas.openxmlformats.org/officeDocument/2006/relationships/image" Target="../media/image17.png"/><Relationship Id="rId7" Type="http://schemas.openxmlformats.org/officeDocument/2006/relationships/hyperlink" Target="https://resourcera.com/data/social/tiktok-shop-statistic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www.modernretail.co/technology/sales-from-major-brands-on-tiktok-shop-nearly-doubled-in-2025-drawing-ulta-and-sally-beauty/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resourcera.com/data/social/tiktok-shop-statistics/" TargetMode="External"/><Relationship Id="rId6" Type="http://schemas.openxmlformats.org/officeDocument/2006/relationships/image" Target="../media/image14.png"/><Relationship Id="rId7" Type="http://schemas.openxmlformats.org/officeDocument/2006/relationships/hyperlink" Target="https://www.thestkittsnevisobserver.com/first-online-only-supermarket-opens-in-santo-domingo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www.tiktok.com/@hanfoodfit/video/7493474947029880086" TargetMode="External"/><Relationship Id="rId4" Type="http://schemas.openxmlformats.org/officeDocument/2006/relationships/image" Target="../media/image25.png"/><Relationship Id="rId5" Type="http://schemas.openxmlformats.org/officeDocument/2006/relationships/hyperlink" Target="https://vegnews.com/fiber-whole-foods-2026-top-trend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cropink.com/restaurant-social-media-statistic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www.youtube.com/results?search_query=mukbang" TargetMode="External"/><Relationship Id="rId4" Type="http://schemas.openxmlformats.org/officeDocument/2006/relationships/image" Target="../media/image24.png"/><Relationship Id="rId5" Type="http://schemas.openxmlformats.org/officeDocument/2006/relationships/hyperlink" Target="https://www.tiktok.com/@hanfoodfit/video/7493474947029880086" TargetMode="External"/><Relationship Id="rId6" Type="http://schemas.openxmlformats.org/officeDocument/2006/relationships/image" Target="../media/image21.png"/><Relationship Id="rId7" Type="http://schemas.openxmlformats.org/officeDocument/2006/relationships/hyperlink" Target="https://www.news-medical.net/health/How-GLP-1-Weight-Loss-Drugs-Affect-Appetite-Mood-and-Behavior.aspx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hyperlink" Target="https://www.tiktok.com/@chef_natalie_/video/7569545767090703647" TargetMode="External"/><Relationship Id="rId4" Type="http://schemas.openxmlformats.org/officeDocument/2006/relationships/image" Target="../media/image21.png"/><Relationship Id="rId5" Type="http://schemas.openxmlformats.org/officeDocument/2006/relationships/hyperlink" Target="https://www.news-medical.net/health/How-GLP-1-Weight-Loss-Drugs-Affect-Appetite-Mood-and-Behavior.aspx" TargetMode="External"/><Relationship Id="rId6" Type="http://schemas.openxmlformats.org/officeDocument/2006/relationships/image" Target="../media/image25.png"/><Relationship Id="rId7" Type="http://schemas.openxmlformats.org/officeDocument/2006/relationships/hyperlink" Target="https://vegnews.com/fiber-whole-foods-2026-top-tren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www.tiktok.com/@steakandbuttergal/video/7577437952679087374" TargetMode="External"/><Relationship Id="rId4" Type="http://schemas.openxmlformats.org/officeDocument/2006/relationships/image" Target="../media/image25.png"/><Relationship Id="rId5" Type="http://schemas.openxmlformats.org/officeDocument/2006/relationships/hyperlink" Target="https://vegnews.com/fiber-whole-foods-2026-top-tren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www.scientificamerican.com/article/ozempic-quiets-food-noise-in-the-brain-but-how/" TargetMode="External"/><Relationship Id="rId4" Type="http://schemas.openxmlformats.org/officeDocument/2006/relationships/image" Target="../media/image21.png"/><Relationship Id="rId5" Type="http://schemas.openxmlformats.org/officeDocument/2006/relationships/hyperlink" Target="https://www.news-medical.net/health/How-GLP-1-Weight-Loss-Drugs-Affect-Appetite-Mood-and-Behavior.aspx" TargetMode="External"/><Relationship Id="rId6" Type="http://schemas.openxmlformats.org/officeDocument/2006/relationships/image" Target="../media/image30.png"/><Relationship Id="rId7" Type="http://schemas.openxmlformats.org/officeDocument/2006/relationships/hyperlink" Target="https://www.tiktok.com/@janellerohner/video/756454514183541891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GENERACIÓN SIN TIEMPO ENTRE SEMANA DESCUBRIÓ QUE DOS HORAS EL DOMINGO LE DEVUELVEN LA SEMANA ENTERA.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joven dominicano prepara comidas el domingo para ahorrar tiempo, comer mejor y controlar lo que ingiere. No es dieta — es autonomía. El meal prep entra como ritual de adultez sin mamá-cocinera detrás.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#MealPrepDominicano · #DomingoDePrep · #ControlDeLoQueComo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US$36B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global de meal prep en 2026, CAGR 9.84% hasta 2035.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 REPORTS WORLD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adultos ya practica meal prep; 62% de profesionales cita falta de tiempo como driver.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HELLOFRESH · 2025-2026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4 días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@morechulaa documenta prep de 4 días con tuppers etiquetados por día de la semana.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@MORECHULAA · 2025</a:t>
            </a:r>
          </a:p>
        </p:txBody>
      </p:sp>
      <p:pic>
        <p:nvPicPr>
          <p:cNvPr id="27" name="Picture 26" descr="macro-1-1-tiktok-morechulaa-mealprep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@morechulaa muestra meal prep de 4 días — tuppers, arroz, proteína, etiquetas por día.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@MORECHULAA · 2025</a:t>
            </a:r>
          </a:p>
        </p:txBody>
      </p:sp>
      <p:pic>
        <p:nvPicPr>
          <p:cNvPr id="32" name="Picture 31" descr="macro-1-1-tiktok-viviankh-mealprep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@viviank.h documenta 10 sándwiches + 9 porciones congeladas — meal prep de 3 semanas.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@VIVIANK.H · 2025</a:t>
            </a:r>
          </a:p>
        </p:txBody>
      </p:sp>
      <p:pic>
        <p:nvPicPr>
          <p:cNvPr id="37" name="Picture 36" descr="macro-1-0-mktreports-mealprep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global meal prep US$36,433M en 2026, CAGR 9.84% hasta 2035.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 REPORTS WORLD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LAS EMPRESAS DESCUBRIERON QUE SI EL EMPLEADO COME BIEN AL MEDIODÍA RINDE MEJOR EN LA TARDE — Y EL MENÚ DE ALMUERZO SE VOLVIÓ BENEFICIO.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trabajador de 8-5 está harto de comer calentado. Fripick deja que la empresa pague la comida y la descuente en quincena. La comida del mediodía dejó de ser problema individual — ahora es categoría B2B.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#LunchMenuRD · #AlmuerzoDeTrabajo · #NegocioOyó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+13%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YoY tráfico en restaurantes LATAM con lunch menus de shoulder hour pricing.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OPENTABLE / QSR MAGAZINE · 2025-2026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84%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Percibe los precios de alimentos como 'altos'; dos tercios prefieren opciones económicas para el almuerzo.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PURDUE / FAMILY DINNER PROJECT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RD$425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Ticket promedio almuerzo corporativo vía Fripick — descuento en quincena, llega caliente en 25 min.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FRIPICK.COM · 2025</a:t>
            </a:r>
          </a:p>
        </p:txBody>
      </p:sp>
      <p:pic>
        <p:nvPicPr>
          <p:cNvPr id="27" name="Picture 26" descr="macro-1-2-tiktok-toyantoja-noccila-lunch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@toyantoja muestra lunch en Nocciola por menos de RD$500 — dato que 'vale oro' para el trabajador.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@TOYANTOJA · 2025</a:t>
            </a:r>
          </a:p>
        </p:txBody>
      </p:sp>
      <p:pic>
        <p:nvPicPr>
          <p:cNvPr id="32" name="Picture 31" descr="macro-1-2-fripick-rd-bran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Fripick RD — beneficio alimentario corporativo B2B con descuento en quincena.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FRIPICK · 2025</a:t>
            </a:r>
          </a:p>
        </p:txBody>
      </p:sp>
      <p:pic>
        <p:nvPicPr>
          <p:cNvPr id="37" name="Picture 36" descr="macro-1-0-mktreports-mealprep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Inflación alimentaria RD 8.03% interanual ene 2026 — el delivery se vuelve cálculo costo-tiempo.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BCRD / DOMINICAN TODAY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TE CRIÓ CON MIEDO A LO 'MALO' Y AHORA COMER SE SIENTE COMO CULPA. TIKTOK ESCUCHÓ EL TÉRMINO Y LO CONVIRTIÓ EN TREND CON MILLONES DE VIEWS.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mamá que controlaba cada bocado crió hijas con relación rota con el plato. La almond mom no es solo un meme — es una cadena generacional. La adultez de esa hija inventa otra forma de comer sin la voz de mamá.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#AlmondMom · #TraumasDietéticos · #ComerConCulpa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30M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americanos desarrollarán un trastorno alimentario en su vida — 2da enfermedad mental más mortal.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ANAD / ABC NEWS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42%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niñas de 1°-3° quiere ser más delgada; 81% de niños de 10 años teme engordar.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ANAD STATISTICS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LATAM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@nour vilà lleva el trauma dietético al español bajo #almondmum — herencia sin cuestionamiento.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@NOURVILAA · 2025</a:t>
            </a:r>
          </a:p>
        </p:txBody>
      </p:sp>
      <p:pic>
        <p:nvPicPr>
          <p:cNvPr id="27" name="Picture 26" descr="macro-1-3-tiktok-lielle-almondmom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@Lielle &amp; Dee recrea rutina #almondmom — suplementos, restricción, rutina heredada sin cuestionar.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@LIELLEWALDMAN17 · 2025</a:t>
            </a:r>
          </a:p>
        </p:txBody>
      </p:sp>
      <p:pic>
        <p:nvPicPr>
          <p:cNvPr id="32" name="Picture 31" descr="macro-1-3-tiktok-nourvilaa-almondmo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@nour vilà — #almondmum versión LATAM del trauma dietético en español/francés.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@NOURVILAA · 2025</a:t>
            </a:r>
          </a:p>
        </p:txBody>
      </p:sp>
      <p:pic>
        <p:nvPicPr>
          <p:cNvPr id="37" name="Picture 36" descr="macro-2-1-flinders-fitnessapp-disorde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Fitness apps fuelling disordered eating — foto editorial persona con teléfono, Flinders U. 2025.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FLINDERS UNIVERSITY · FEB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DIFERENCIA ENTRE UN DOMINGO CON FAMILIA Y UNO SOLO SE MIDE EN UNA PREGUNTA: ¿QUÉ VAMOS A COMER?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Para familias grandes el domingo es sancocho, mesa llena, todos. Para el foráneo que vive solo, es el día más difícil. La brecha no es nutricional — es emocional.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#DomingoSolo · #ForáneoEnLaCapital · #SinMesaNoHayDomingo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45%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come junto menos que hace una década; 84% querría compartir más comidas.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SIMIRITY / FMI FOUNDATION · 2025-2026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familias dominicanas no comparte las horas de comida (P25 Código Casa).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World Happiness Report vincula compartir comidas con conectividad social y bienestar subjetivo.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WORLD HAPPINESS REPORT · 2025</a:t>
            </a:r>
          </a:p>
        </p:txBody>
      </p:sp>
      <p:pic>
        <p:nvPicPr>
          <p:cNvPr id="27" name="Picture 26" descr="macro-1-4-tiktok-josheilyn-foranea-capit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@Josheilyn — 'yo amo estar en mi hogar los domingos' — foránea RD viviendo en la capital.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@JOSHEILYNDLS1 · 2025</a:t>
            </a:r>
          </a:p>
        </p:txBody>
      </p:sp>
      <p:pic>
        <p:nvPicPr>
          <p:cNvPr id="32" name="Picture 31" descr="macro-1-4-tiktok-mariannycorderoo-domingo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@mariannycorderoo — domingo solo en Bogotá con tostada y #amorpropio, ritual sin mesa familiar.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@MARIANNYCORDEROO · 2025</a:t>
            </a:r>
          </a:p>
        </p:txBody>
      </p:sp>
      <p:pic>
        <p:nvPicPr>
          <p:cNvPr id="37" name="Picture 36" descr="macro-1-4-tiktok-macaseason-domingo-familia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@María Camila — el ritual del domingo familiar completo como contraste al foráneo solo.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@MACASEASON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PEDIDOSYA ES LA APP #1 DE FOOD EN RD: EL ADULTO JOVEN YA NO DECIDE QUÉ COCINAR ENTRE SEMANA, DECIDE QUÉ PEDIR — Y ESA ES SU NUEVA FORMA DE SER ADULTO.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adultez tradicional cocinaba todos los días. La adultez 2026 delega el jueves a una app. No es flojera — es renegociación del rol de 'buen adulto' donde el tiempo cuesta más que la comida.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#PedidosYaRD · #DeliveryEsMiMamá · #AdultoQueNoCocina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#1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PedidosYa en iOS food &amp; drink RD; 13K-21.7K descargas semanales Q1 2025.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SENSOR TOWER · Q1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Precios de alimentos RD subieron entre julio 2019 y julio 2025 — delivery se vuelve cálculo.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BCRD / DOMINICAN TODAY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Online — primer supermercado 100% digital abre en Santo Domingo; la grocería migra a app.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  <p:pic>
        <p:nvPicPr>
          <p:cNvPr id="27" name="Picture 26" descr="macro-1-5-pedidosya-country-selecto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PedidosYa selector de países — RD listada con badges App Store y Google Play.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PEDIDOSYA · 2026</a:t>
            </a:r>
          </a:p>
        </p:txBody>
      </p:sp>
      <p:pic>
        <p:nvPicPr>
          <p:cNvPr id="32" name="Picture 31" descr="macro-1-5-sensortower-pedidosya-rd-chart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Bar chart Sensor Tower: PedidosYa #1 en descargas food delivery RD Q1 2025.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SENSOR TOWER · Q1 2025</a:t>
            </a:r>
          </a:p>
        </p:txBody>
      </p:sp>
      <p:pic>
        <p:nvPicPr>
          <p:cNvPr id="37" name="Picture 36" descr="macro-1-5-stkitts-online-super-s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Primer supermercado 100% online en Santo Domingo — la grocería migra a app.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UNA FOTO DE TU PLATO NO SABE LO QUE COMES. PERO EL ALGORITMO TE CONVENCE DE QUE SÍ — Y LE CREES MÁS A LA APP QUE A TU PROPIO CUERPO.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Las apps de conteo calórico pasaron de herramienta a obsesión. El algoritmo que 'te ayuda a comer mejor' se convierte en la voz que condena cada nutriente. El número en pantalla pesa más que la saciedad.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#AppQueEnfermó · #MyFitnessPalToxic · #AlgoritmoDeMiDieta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180M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MyFitnessPal; 75% de pacientes con trastorno alimentario la usaba.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GRIPROOM / PMC NLM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73%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pacientes con trastorno creyó que la app contribuyó al desarrollo del mismo.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GRIPROOM / PMC NLM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Apps con IA de reconocimiento por foto funcionan como 'gateway' a trastorno en perfeccionistas.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SAGE JOURNALS / OHIO STATE · 2024-2026</a:t>
            </a:r>
          </a:p>
        </p:txBody>
      </p:sp>
      <p:pic>
        <p:nvPicPr>
          <p:cNvPr id="27" name="Picture 26" descr="macro-2-1-myfitnesspal-app-ui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MyFitnessPal UI — 976 cal + macro breakdown. 'Nutrition tracking for real life'.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MYFITNESSPAL · 2026</a:t>
            </a:r>
          </a:p>
        </p:txBody>
      </p:sp>
      <p:pic>
        <p:nvPicPr>
          <p:cNvPr id="32" name="Picture 31" descr="macro-2-1-flinders-fitnessapp-disorder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Fitness apps fuelling disordered eating — Flinders University 2025.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FLINDERS UNIVERSITY · FEB 2025</a:t>
            </a:r>
          </a:p>
        </p:txBody>
      </p:sp>
      <p:pic>
        <p:nvPicPr>
          <p:cNvPr id="37" name="Picture 36" descr="macro-2-2-cropink-social-food-stat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74% usa redes para decidir qué comer — el feed como primer nutricionista.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CROPINK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ANTES MAMÁ DECIDÍA QUÉ HABÍA DE COMER. HOY LO DECIDE EL FOR YOU PAGE — Y DE PASO TE VENDE LOS INGREDIENTES EN EL MISMO SCROLL.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joven dominicano abre TikTok antes de abrir el refrigerador. Las recetas virales compiten con la tradición oral heredada — y en muchos hogares jóvenes el algoritmo está ganando.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#TikTokRecetas · #ForYouPageDeCocina · #AlgoritmoDeAlmuerzo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Índice de contenido food en TikTok enero 2026 — la plataforma como primer recetario.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ACCIO / TIKTOK FOOD TRENDS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US$759M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GMV de food en TikTok Shop 2025 — integración receta → carrito en plataforma.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CAPITAL ONE SHOPPING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Las marcas grandes casi duplicaron ventas en TikTok Shop en 2025.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MODERN RETAIL · 2025</a:t>
            </a:r>
          </a:p>
        </p:txBody>
      </p:sp>
      <p:pic>
        <p:nvPicPr>
          <p:cNvPr id="27" name="Picture 26" descr="macro-2-2-tiktokshop-food-gmv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Shop: food = 13.6% del GMV total 2025. El supermercado vive dentro del feed.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RESOURCERA · 2026</a:t>
            </a:r>
          </a:p>
        </p:txBody>
      </p:sp>
      <p:pic>
        <p:nvPicPr>
          <p:cNvPr id="32" name="Picture 31" descr="macro-2-2-modernretail-tiktokshop-brand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Modern Retail: ventas de marcas grandes casi duplicaron en TikTok Shop 2025.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MODERN RETAIL · 2025</a:t>
            </a:r>
          </a:p>
        </p:txBody>
      </p:sp>
      <p:pic>
        <p:nvPicPr>
          <p:cNvPr id="37" name="Picture 36" descr="macro-2-2-cropink-social-food-stat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74% usa redes para decidir qué comer; 50% reporta influencia directa.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CROPINK ·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TRUCO DE PONER UN VIDEO PARA QUE EL NIÑO COMA SE CONVIRTIÓ EN CONDICIÓN — EL IPAD ES LA ÚNICA FORMA DE QUE EL PLATO BAJE.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niño no come sin el iPad. El joven de 18 no cena sin Netflix. La pantalla dejó de ser acompañamiento y se volvió condición. La mesa familiar tiene un competidor que casi siempre gana.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#iPadKid · #PantallaMientrasCome · #NetflixYCena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niños tiene iPad a los 2 años; 2.6 hrs/día promedio; solo 1% cumple límites recomendados.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 años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Edad a la que 4 de cada 10 niños ya tiene tablet según Census 2025 de Common Sense Media.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K12 DIVE / CSM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familias dominicanas no comparte las horas de comida — y donde sí comparten, la pantalla se sentó primero.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2-3-tiktok-ipadkid-debat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debate viral: 'Kids and iPads at the table… yes or no?' — pantallas en la mesa.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@SEXTEDMYBOSS · 2025</a:t>
            </a:r>
          </a:p>
        </p:txBody>
      </p:sp>
      <p:pic>
        <p:nvPicPr>
          <p:cNvPr id="32" name="Picture 31" descr="macro-2-3-k12dive-csm-screentimekid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'Half of young children own a cell phone or tablet' — foto editorial niño con tablet.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K12 DIVE / COMMON SENSE MEDIA · 2025</a:t>
            </a:r>
          </a:p>
        </p:txBody>
      </p:sp>
      <p:pic>
        <p:nvPicPr>
          <p:cNvPr id="37" name="Picture 36" descr="macro-2-3-newsmedical-screentime-proxy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GLP-1 altera apetito y comportamiento — proxy de la pantalla como mediador del comer.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CONSUMIDOR SANO SE PEGA UN SENSOR DE GLUCOSA POR DOS SEMANAS Y DESCUBRE QUE LA UVA LE SUBE MÁS EL AZÚCAR QUE EL HELADO. LA NUTRICIÓN YA ES DATO EN TIEMPO REAL.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Los wearables de glucosa OTC (Lingo, Stelo) salieron del nicho diabético y entraron al consumer health. El 'comer bien' dejó de ser opinión — ahora es métrica continua.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#LingoRD · #SensorDeGlucosa · #ComerConDato · #MetabolicAge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US$80B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de wearables y health tracking en 2024; proyecta US$200B+ para 2030.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14 días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Abbott Lingo — CGM sin prescripción, biosensor de 14 días en Walmart y Amazon.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ABBOTT NEWSROOM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OTC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FDA aprobó primeros CGMs OTC en 2024; expansión al consumidor no-diabético.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SCRIPPS NEWS · 2025</a:t>
            </a:r>
          </a:p>
        </p:txBody>
      </p:sp>
      <p:pic>
        <p:nvPicPr>
          <p:cNvPr id="27" name="Picture 26" descr="macro-2-4-hellolingo-cgm-hero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Abbott Lingo hero — mujer con sensor en brazo: 'My glucose, my insights'. CGM OTC.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ABBOTT LINGO · 2025</a:t>
            </a:r>
          </a:p>
        </p:txBody>
      </p:sp>
      <p:pic>
        <p:nvPicPr>
          <p:cNvPr id="32" name="Picture 31" descr="macro-2-4-scripps-cgm-sensor-ar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Foto AP: brazo con sensor de glucosa — 'CGMs in vogue' para consumidor no-diabético.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SCRIPPS NEWS / AP · 2025</a:t>
            </a:r>
          </a:p>
        </p:txBody>
      </p:sp>
      <p:pic>
        <p:nvPicPr>
          <p:cNvPr id="37" name="Picture 36" descr="macro-2-2-tiktokshop-food-gmv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Shop Key Insights 2026: GMV US$64.3B — el contexto tech que rodea al wearable.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RESOURCERA ·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UNA CREADORA COCINA EN VIVO, TE MUESTRA EL PRODUCTO, LO AGREGAS AL CARRITO SIN SALIR DEL FEED. EL SUPERMERCADO SE VOLVIÓ STREAMING.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Live shopping pasó del nicho beauty al supermercado: snacks, salsas, kits de receta vendidos durante el video. Food es 13.6% del GMV de TikTok Shop. El próximo carrito será un live stream.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#TikTokShopFood · #CocinaEnVivo · #CarritoDelFeed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US$64.3B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GMV total TikTok Shop 2025; food = 13.6% = US$759.84M; ticket food US$43.20.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CAPITAL ONE SHOPPING / RESOURCERA · 2025-2026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+84%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Live shopping creció 84% YoY en 2025; conversión live 6.1% vs feed 4.7%.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RESOURCERA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1er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Primer supermercado 100% online abre en Santo Domingo — grocery digital prepara terreno.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  <p:pic>
        <p:nvPicPr>
          <p:cNvPr id="27" name="Picture 26" descr="macro-2-2-modernretail-tiktokshop-brands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Modern Retail: TikTok Shop 2025 — marcas grandes duplicaron ventas; food como categoría #1.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MODERN RETAIL · 2025</a:t>
            </a:r>
          </a:p>
        </p:txBody>
      </p:sp>
      <p:pic>
        <p:nvPicPr>
          <p:cNvPr id="32" name="Picture 31" descr="macro-2-2-tiktokshop-food-gmv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Resourcera: GMV US$64.3B + ticket food US$43.20 + live shopping +84% YoY.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RESOURCERA · 2026</a:t>
            </a:r>
          </a:p>
        </p:txBody>
      </p:sp>
      <p:pic>
        <p:nvPicPr>
          <p:cNvPr id="37" name="Picture 36" descr="macro-1-5-stkitts-online-super-s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Primer super 100% online en Santo Domingo — la grocería dominicana migra a app.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VER LO QUE OTROS COMEN SE CONVIRTIÓ EN UNO DE LOS FORMATOS MÁS CONSUMIDOS DE INTERNET. YA NO ES COMIDA — ES IDENTIDAD.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'What I Eat in a Day' explota no por curiosidad culinaria — por validación. Ver lo que come otro para confirmar, comparar o inspirarse. El plato ajeno es espejo. Y juez.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#QuéComoEnUnDía · #WhatIEatInADay · #AlimentaciónEnPantalla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74%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personas usa redes para decidir qué/dónde comer; 50% reporta influencia directa.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CROPINK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Top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'What I Eat in a Day' entre top food trends 2026; engagement que el algoritmo premia.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CHOWHOUND / TIKTOK TRENDS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Whole Foods predice bowl colorido como 'comer bien aspiracional' que WIEIAD replica.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VEGNEWS · 2025</a:t>
            </a:r>
          </a:p>
        </p:txBody>
      </p:sp>
      <p:pic>
        <p:nvPicPr>
          <p:cNvPr id="27" name="Picture 26" descr="macro-3-1-tiktok-wieiad-hanfoodfi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@hanfoodfit — 'What I eat in a day, healthy and balanced' aspiracional #8020rule.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@HANFOODFIT · 2025</a:t>
            </a:r>
          </a:p>
        </p:txBody>
      </p:sp>
      <p:pic>
        <p:nvPicPr>
          <p:cNvPr id="32" name="Picture 31" descr="macro-3-1-vegnews-food-trend-hero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Bowl proteína + grains + vegetales coloridos — 'comer bien aspiracional 2026' que WIEIAD replica.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VEGNEWS · 2025</a:t>
            </a:r>
          </a:p>
        </p:txBody>
      </p:sp>
      <p:pic>
        <p:nvPicPr>
          <p:cNvPr id="37" name="Picture 36" descr="macro-2-2-cropink-social-food-stat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Cropink: 74% usa redes para decidir qué comer; el feed como nutricionista.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CROPINK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MUKBANG NACIÓ PORQUE HAY GENTE QUE COME SOLA Y PREFIERE VER A ALGUIEN COMER ANTES QUE COMER EN SILENCIO.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Nació en Corea como compañía virtual. Hoy es negocio millonario. El dominicano lo consume porque la mesa vacía duele — y una pantalla llena el silencio del comedor.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#MukbangLatino · #ComerSoloPeroNoTanto · #SoledadEnLaMesa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5.3M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#mukbang supera 5.3M videos en 2025; top creadores ganan hasta US$10K/mes.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DISTRACTION MAGAZINE / PMC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68.5%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jóvenes universitarias ve videos de comida regularmente — vínculo parasocial como consuelo.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WESTERN GAZETTE / PMC · 2025-2026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2B+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Nickocado Avocado supera 2B views en YouTube — el mukbang como negocio millonario.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PMC · 2025</a:t>
            </a:r>
          </a:p>
        </p:txBody>
      </p:sp>
      <p:pic>
        <p:nvPicPr>
          <p:cNvPr id="27" name="Picture 26" descr="macro-3-2-youtube-mukbang-search-grid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Grid YouTube 'mukbang' — thumbnails comida extrema + ASMR con millones de vistas.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YOUTUBE · 2026</a:t>
            </a:r>
          </a:p>
        </p:txBody>
      </p:sp>
      <p:pic>
        <p:nvPicPr>
          <p:cNvPr id="32" name="Picture 31" descr="macro-3-1-tiktok-wieiad-hanfoodfit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@hanfoodfit — formato WIEIAD como compañía parasocial; el comer-en-pantalla.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@HANFOODFIT · 2025</a:t>
            </a:r>
          </a:p>
        </p:txBody>
      </p:sp>
      <p:pic>
        <p:nvPicPr>
          <p:cNvPr id="37" name="Picture 36" descr="macro-2-3-newsmedical-screentime-proxy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Medicalización del hambre — GLP-1 crea contrapunto; el mukbang es el polo opuesto analógico.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CUANDO TODO LO DEMÁS ESTÁ FUERA DE CONTROL, LA COCINA ES EL ÚNICO SITIO DONDE LO QUE HAGO SÍ SALE COMO QUIERO.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Bajo burnout y presión social, adultos jóvenes descubrieron que cocinar y hornear son terapia real. No es hobbyismo — es el único espacio donde lo que controlas eres tú.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#CocinaComoTerapia · #HornearParaDesestresarse · #LoveLanguageCocina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Hornear activa rutas de dopamina y reduce cortisol — equivalente a mindfulness clínico según Kaiser Permanente.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KAISER PERMANENTE / NEUROLAUNCH · 2025-2026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Ola de cancelaciones de delivery + vuelta a la cocina como anti-ansiedad digital.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EDITORIALGE / COOKING AS THERAPY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GLP-1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Medicalización del hambre (Ozempic) crea contrapunto cultural: la cocina como ritual analógico.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  <p:pic>
        <p:nvPicPr>
          <p:cNvPr id="27" name="Picture 26" descr="macro-3-3-tiktok-natalie-stressbak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@chef_natalie_ — 'stress baking is my form of therapy' #bakingtherapy #bakingtiktok.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@CHEF_NATALIE_ · 2025</a:t>
            </a:r>
          </a:p>
        </p:txBody>
      </p:sp>
      <p:pic>
        <p:nvPicPr>
          <p:cNvPr id="32" name="Picture 31" descr="macro-2-3-newsmedical-screentime-prox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Jeringa semaglutide — GLP-1 altera apetito; la cocina como contrapunto analógico a la farmacología.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  <p:pic>
        <p:nvPicPr>
          <p:cNvPr id="37" name="Picture 36" descr="macro-3-1-vegnews-food-trend-hero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Bowl aspiracional 2026 — cocinar para el feed y para el alma; el plato que también es estética.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VEGNEWS ·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FOMO DE BAJAR DE PESO LLEGÓ A SU VERSIÓN MÁS EXTREMA: ELIMINAR TODO LO QUE NO SEA ANIMAL. LOS ANÁLISIS DE SANGRE CUENTAN OTRA HISTORIA.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Joe Rogan lo popularizó, los influencers lo viralizaron. Solo carne, mantequilla y huevo. El algoritmo lo distribuye más rápido que la evidencia clínica que lo contradice.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#DietaCarnívora · #FOMODeBajarDePeso · #CarnivoreVsColesterol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2.6M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#carnivore supera 2.6M publicaciones en Instagram a noviembre 2025.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RESEARCHGATE / FOX NEWS · 2025-2026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LDL +36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LDL promedio sube de 126 a 172 mg/dL; un caso documentado pasó de 163 a 365.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NUTRIENTS JOURNAL · ENE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Whole Foods predice 'Year of the Fiber' + flexitarian — mainstream pivota mientras carnivore escala.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WHOLE FOODS / VEGNEWS · 2026</a:t>
            </a:r>
          </a:p>
        </p:txBody>
      </p:sp>
      <p:pic>
        <p:nvPicPr>
          <p:cNvPr id="27" name="Picture 26" descr="macro-3-4-tiktok-carnivore-steakbutterg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@Steakandbuttergal — #carnivorediet: la creadora más viral de solo carne + mantequilla + huevos.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@STEAKANDBUTTERGAL · 2025</a:t>
            </a:r>
          </a:p>
        </p:txBody>
      </p:sp>
      <p:pic>
        <p:nvPicPr>
          <p:cNvPr id="32" name="Picture 31" descr="macro-3-1-vegnews-food-trend-hero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Bowl colorido aspiracional 2026 — pivot mainstream de proteína → fibra mientras carnivore escala.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VEGNEWS · 2025</a:t>
            </a:r>
          </a:p>
        </p:txBody>
      </p:sp>
      <p:pic>
        <p:nvPicPr>
          <p:cNvPr id="37" name="Picture 36" descr="macro-3-1-vegnews-food-trend-hero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'Move Over Protein' — Whole Foods predice Año de la Fibra 2026 como contratendencia.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VEGNEWS · OCT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4000" y="1270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04800" y="1651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41400" y="1270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2200" y="1651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4000" y="1066800"/>
            <a:ext cx="36830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GLP-1 SILENCIA EL 'FOOD NOISE' DEL CEREBRO. LA NUEVA CONVERSACIÓN SOBRE COMER NO ES QUÉ COCINAR — ES SI LO DESEO O SOLO ME ACORDÉ QUE EXISTÍA.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1930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2184400"/>
            <a:ext cx="3683000" cy="106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Ozempic y Mounjaro reescriben la relación con la comida: ya no se trata de fuerza de voluntad — se trata de farmacología que apaga el ruido mental. El feed normaliza la conversación.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3479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3733800"/>
            <a:ext cx="3683000" cy="66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#FoodNoise · #OzempicDiary · #SinHambreSinAnsiedad · #GLP1RD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58%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2006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Siente menos hambre con GLP-1; 64% se llena antes; 21-23% reporta cambios de sabor.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27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EASD 2025 / NEWS-MEDICAL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353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n=411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9751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Survey EASD Annual Meeting 2025 sobre impacto cognitivo del GLP-1 en el food noise.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495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EASD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5003800"/>
            <a:ext cx="2159000" cy="711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5600" b="0" i="0">
                <a:solidFill>
                  <a:srgbClr val="FFFFFF"/>
                </a:solidFill>
                <a:latin typeface="Instrument Serif"/>
              </a:rPr>
              <a:t>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943600"/>
            <a:ext cx="21590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Scientific American + Medscape documentan cómo GLP-1 reduce respuesta cerebral a comida.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4643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SCIENTIFIC AMERICAN / MEDSCAPE · 2025</a:t>
            </a:r>
          </a:p>
        </p:txBody>
      </p:sp>
      <p:pic>
        <p:nvPicPr>
          <p:cNvPr id="27" name="Picture 26" descr="macro-3-5-sciam-ozempic-food-nois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SciAm: ilustración surrealista — cabeza clásica con comida girando. 'Ozempic Quiets Food Noise'.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SCIENTIFIC AMERICAN · JUN 2024</a:t>
            </a:r>
          </a:p>
        </p:txBody>
      </p:sp>
      <p:pic>
        <p:nvPicPr>
          <p:cNvPr id="32" name="Picture 31" descr="macro-2-3-newsmedical-screentime-prox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Jeringa semaglutide — 58% siente menos hambre con GLP-1; 64% se llena antes (EASD 2025).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  <p:pic>
        <p:nvPicPr>
          <p:cNvPr id="37" name="Picture 36" descr="macro-3-5-tiktok-glp1-foodnois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@JanelleRohner — responde sobre GLP-1 y food noise; #glp1community decenas de millones de views.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@JANELLEROHNER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